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6" r:id="rId2"/>
    <p:sldId id="262" r:id="rId3"/>
    <p:sldId id="264" r:id="rId4"/>
    <p:sldId id="263" r:id="rId5"/>
    <p:sldId id="257" r:id="rId6"/>
    <p:sldId id="258" r:id="rId7"/>
    <p:sldId id="259" r:id="rId8"/>
    <p:sldId id="260" r:id="rId9"/>
    <p:sldId id="261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273" r:id="rId18"/>
    <p:sldId id="27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28" autoAdjust="0"/>
    <p:restoredTop sz="94660"/>
  </p:normalViewPr>
  <p:slideViewPr>
    <p:cSldViewPr snapToGrid="0">
      <p:cViewPr varScale="1">
        <p:scale>
          <a:sx n="65" d="100"/>
          <a:sy n="65" d="100"/>
        </p:scale>
        <p:origin x="89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E4FBB-49D8-412A-85C1-830AF3FC4B0E}" type="datetimeFigureOut">
              <a:rPr lang="en-ZA" smtClean="0"/>
              <a:t>2026/05/28</a:t>
            </a:fld>
            <a:endParaRPr lang="en-Z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7E10C-A01F-47A2-9D1A-CACF8754E496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714119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E4FBB-49D8-412A-85C1-830AF3FC4B0E}" type="datetimeFigureOut">
              <a:rPr lang="en-ZA" smtClean="0"/>
              <a:t>2026/05/28</a:t>
            </a:fld>
            <a:endParaRPr lang="en-Z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7E10C-A01F-47A2-9D1A-CACF8754E496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018698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E4FBB-49D8-412A-85C1-830AF3FC4B0E}" type="datetimeFigureOut">
              <a:rPr lang="en-ZA" smtClean="0"/>
              <a:t>2026/05/28</a:t>
            </a:fld>
            <a:endParaRPr lang="en-Z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7E10C-A01F-47A2-9D1A-CACF8754E496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108500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E4FBB-49D8-412A-85C1-830AF3FC4B0E}" type="datetimeFigureOut">
              <a:rPr lang="en-ZA" smtClean="0"/>
              <a:t>2026/05/28</a:t>
            </a:fld>
            <a:endParaRPr lang="en-ZA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7E10C-A01F-47A2-9D1A-CACF8754E496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1663871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E4FBB-49D8-412A-85C1-830AF3FC4B0E}" type="datetimeFigureOut">
              <a:rPr lang="en-ZA" smtClean="0"/>
              <a:t>2026/05/28</a:t>
            </a:fld>
            <a:endParaRPr lang="en-ZA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7E10C-A01F-47A2-9D1A-CACF8754E496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42513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E4FBB-49D8-412A-85C1-830AF3FC4B0E}" type="datetimeFigureOut">
              <a:rPr lang="en-ZA" smtClean="0"/>
              <a:t>2026/05/28</a:t>
            </a:fld>
            <a:endParaRPr lang="en-Z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7E10C-A01F-47A2-9D1A-CACF8754E496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187608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E4FBB-49D8-412A-85C1-830AF3FC4B0E}" type="datetimeFigureOut">
              <a:rPr lang="en-ZA" smtClean="0"/>
              <a:t>2026/05/28</a:t>
            </a:fld>
            <a:endParaRPr lang="en-ZA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7E10C-A01F-47A2-9D1A-CACF8754E496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686423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E4FBB-49D8-412A-85C1-830AF3FC4B0E}" type="datetimeFigureOut">
              <a:rPr lang="en-ZA" smtClean="0"/>
              <a:t>2026/05/28</a:t>
            </a:fld>
            <a:endParaRPr lang="en-ZA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7E10C-A01F-47A2-9D1A-CACF8754E496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142384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E4FBB-49D8-412A-85C1-830AF3FC4B0E}" type="datetimeFigureOut">
              <a:rPr lang="en-ZA" smtClean="0"/>
              <a:t>2026/05/28</a:t>
            </a:fld>
            <a:endParaRPr lang="en-ZA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7E10C-A01F-47A2-9D1A-CACF8754E496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675279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E4FBB-49D8-412A-85C1-830AF3FC4B0E}" type="datetimeFigureOut">
              <a:rPr lang="en-ZA" smtClean="0"/>
              <a:t>2026/05/28</a:t>
            </a:fld>
            <a:endParaRPr lang="en-ZA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7E10C-A01F-47A2-9D1A-CACF8754E496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872030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E4FBB-49D8-412A-85C1-830AF3FC4B0E}" type="datetimeFigureOut">
              <a:rPr lang="en-ZA" smtClean="0"/>
              <a:t>2026/05/28</a:t>
            </a:fld>
            <a:endParaRPr lang="en-ZA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7E10C-A01F-47A2-9D1A-CACF8754E496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2511747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E4FBB-49D8-412A-85C1-830AF3FC4B0E}" type="datetimeFigureOut">
              <a:rPr lang="en-ZA" smtClean="0"/>
              <a:t>2026/05/28</a:t>
            </a:fld>
            <a:endParaRPr lang="en-ZA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7E10C-A01F-47A2-9D1A-CACF8754E496}" type="slidenum">
              <a:rPr lang="en-ZA" smtClean="0"/>
              <a:t>‹#›</a:t>
            </a:fld>
            <a:endParaRPr lang="en-ZA" dirty="0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230850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E4FBB-49D8-412A-85C1-830AF3FC4B0E}" type="datetimeFigureOut">
              <a:rPr lang="en-ZA" smtClean="0"/>
              <a:t>2026/05/28</a:t>
            </a:fld>
            <a:endParaRPr lang="en-ZA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7E10C-A01F-47A2-9D1A-CACF8754E496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5042806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E4FBB-49D8-412A-85C1-830AF3FC4B0E}" type="datetimeFigureOut">
              <a:rPr lang="en-ZA" smtClean="0"/>
              <a:t>2026/05/28</a:t>
            </a:fld>
            <a:endParaRPr lang="en-Z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7E10C-A01F-47A2-9D1A-CACF8754E496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9298600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E4FBB-49D8-412A-85C1-830AF3FC4B0E}" type="datetimeFigureOut">
              <a:rPr lang="en-ZA" smtClean="0"/>
              <a:t>2026/05/28</a:t>
            </a:fld>
            <a:endParaRPr lang="en-Z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7E10C-A01F-47A2-9D1A-CACF8754E496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1155452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E4FBB-49D8-412A-85C1-830AF3FC4B0E}" type="datetimeFigureOut">
              <a:rPr lang="en-ZA" smtClean="0"/>
              <a:t>2026/05/28</a:t>
            </a:fld>
            <a:endParaRPr lang="en-Z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7E10C-A01F-47A2-9D1A-CACF8754E496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5230524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E4FBB-49D8-412A-85C1-830AF3FC4B0E}" type="datetimeFigureOut">
              <a:rPr lang="en-ZA" smtClean="0"/>
              <a:t>2026/05/28</a:t>
            </a:fld>
            <a:endParaRPr lang="en-Z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7E10C-A01F-47A2-9D1A-CACF8754E496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332946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0E4FBB-49D8-412A-85C1-830AF3FC4B0E}" type="datetimeFigureOut">
              <a:rPr lang="en-ZA" smtClean="0"/>
              <a:t>2026/05/28</a:t>
            </a:fld>
            <a:endParaRPr lang="en-Z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97E10C-A01F-47A2-9D1A-CACF8754E496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62640045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6815455" cy="1188720"/>
          </a:xfrm>
        </p:spPr>
        <p:txBody>
          <a:bodyPr/>
          <a:lstStyle/>
          <a:p>
            <a:r>
              <a:rPr lang="en-GB" dirty="0"/>
              <a:t>ORS_FIGHTER</a:t>
            </a:r>
            <a:endParaRPr lang="en-ZA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45778" y="2360438"/>
            <a:ext cx="6291396" cy="3789639"/>
          </a:xfrm>
        </p:spPr>
        <p:txBody>
          <a:bodyPr>
            <a:noAutofit/>
          </a:bodyPr>
          <a:lstStyle/>
          <a:p>
            <a:pPr algn="l"/>
            <a:r>
              <a:rPr lang="en-ZA" sz="3600" b="1" dirty="0">
                <a:sym typeface="+mn-ea"/>
              </a:rPr>
              <a:t>M.G CHAUKE  </a:t>
            </a:r>
          </a:p>
          <a:p>
            <a:pPr algn="l"/>
            <a:endParaRPr lang="en-ZA" sz="3600" b="1" dirty="0">
              <a:sym typeface="+mn-ea"/>
            </a:endParaRPr>
          </a:p>
          <a:p>
            <a:pPr algn="l"/>
            <a:endParaRPr lang="en-ZA" sz="3600" b="1" dirty="0">
              <a:sym typeface="+mn-ea"/>
            </a:endParaRPr>
          </a:p>
          <a:p>
            <a:pPr algn="l"/>
            <a:r>
              <a:rPr lang="en-ZA" sz="3600" b="1" dirty="0">
                <a:sym typeface="+mn-ea"/>
              </a:rPr>
              <a:t> </a:t>
            </a:r>
            <a:r>
              <a:rPr lang="en-ZA" sz="1400" b="1" dirty="0">
                <a:sym typeface="+mn-ea"/>
              </a:rPr>
              <a:t>			     </a:t>
            </a:r>
            <a:r>
              <a:rPr lang="en-ZA" sz="4400" b="1" dirty="0">
                <a:sym typeface="+mn-ea"/>
              </a:rPr>
              <a:t>221417240</a:t>
            </a:r>
            <a:endParaRPr lang="en-ZA" sz="44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2530" y="2457449"/>
            <a:ext cx="10353761" cy="1326321"/>
          </a:xfrm>
        </p:spPr>
        <p:txBody>
          <a:bodyPr/>
          <a:lstStyle/>
          <a:p>
            <a:r>
              <a:rPr lang="en-GB" dirty="0"/>
              <a:t>2a</a:t>
            </a:r>
            <a:endParaRPr lang="en-ZA" dirty="0"/>
          </a:p>
        </p:txBody>
      </p:sp>
      <p:pic>
        <p:nvPicPr>
          <p:cNvPr id="5" name="Content Placeholder 4" descr="A screenshot of a computer&#10;&#10;AI-generated content may be incorrect.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339" y="1272760"/>
            <a:ext cx="5000466" cy="3695700"/>
          </a:xfr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2b</a:t>
            </a:r>
            <a:endParaRPr lang="en-ZA" dirty="0"/>
          </a:p>
        </p:txBody>
      </p:sp>
      <p:pic>
        <p:nvPicPr>
          <p:cNvPr id="5" name="Content Placeholder 4" descr="A screenshot of a computer&#10;&#10;AI-generated content may be incorrect.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3021" y="2095500"/>
            <a:ext cx="5036433" cy="3695700"/>
          </a:xfr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2c</a:t>
            </a:r>
            <a:endParaRPr lang="en-ZA" dirty="0"/>
          </a:p>
        </p:txBody>
      </p:sp>
      <p:pic>
        <p:nvPicPr>
          <p:cNvPr id="5" name="Content Placeholder 4" descr="A screenshot of a computer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8737" y="2095500"/>
            <a:ext cx="6925001" cy="3695700"/>
          </a:xfr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TASK 1</a:t>
            </a:r>
            <a:br>
              <a:rPr lang="en-GB" dirty="0"/>
            </a:br>
            <a:r>
              <a:rPr lang="en-US" dirty="0"/>
              <a:t>myself on headphones </a:t>
            </a:r>
            <a:br>
              <a:rPr lang="en-GB" dirty="0"/>
            </a:br>
            <a:r>
              <a:rPr lang="en-GB" dirty="0"/>
              <a:t>my </a:t>
            </a:r>
            <a:r>
              <a:rPr lang="en-US" dirty="0"/>
              <a:t>project participants </a:t>
            </a:r>
            <a:endParaRPr lang="en-ZA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7437" y="2095500"/>
            <a:ext cx="4927600" cy="3695700"/>
          </a:xfr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Screenshot2</a:t>
            </a:r>
            <a:br>
              <a:rPr lang="en-GB" dirty="0"/>
            </a:br>
            <a:r>
              <a:rPr lang="en-US" dirty="0"/>
              <a:t>myself on headphones </a:t>
            </a:r>
            <a:br>
              <a:rPr lang="en-GB" dirty="0"/>
            </a:br>
            <a:r>
              <a:rPr lang="en-GB" dirty="0"/>
              <a:t>my </a:t>
            </a:r>
            <a:r>
              <a:rPr lang="en-US" dirty="0"/>
              <a:t>project participants</a:t>
            </a:r>
            <a:endParaRPr lang="en-ZA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4567" y="2095500"/>
            <a:ext cx="6573341" cy="3695700"/>
          </a:xfr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1.6</a:t>
            </a:r>
            <a:endParaRPr lang="en-ZA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295402" y="2802790"/>
            <a:ext cx="10046468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PrimeOS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transforms a PC into an Android-powered desktop, allowing users to run Android apps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 games natively with the performance advantages of a desktop environment, making it ideal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 gamers and those who want a mobile-like experience on their computers. In contrast,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EndlessOS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designed for offline use, featuring a simple interface and a vast library of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pre-installed educational and productivity content, making it perfect for users in areas with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limited or no internet access, such as schools or remote communities.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2. Screenshot4</a:t>
            </a:r>
            <a:endParaRPr lang="en-ZA" dirty="0"/>
          </a:p>
        </p:txBody>
      </p:sp>
      <p:pic>
        <p:nvPicPr>
          <p:cNvPr id="7" name="Content Placeholder 6" descr="Screenshot 2025-10-14 22082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80168" y="2095500"/>
            <a:ext cx="6222139" cy="3695700"/>
          </a:xfrm>
          <a:prstGeom prst="rect">
            <a:avLst/>
          </a:prstGeom>
        </p:spPr>
      </p:pic>
      <p:pic>
        <p:nvPicPr>
          <p:cNvPr id="8" name="Picture 7" descr="Screenshot 2025-10-14 2307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080" y="2430780"/>
            <a:ext cx="5329555" cy="36582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Screenshot</a:t>
            </a:r>
            <a:r>
              <a:rPr lang="en-ZA" altLang="en-GB" dirty="0"/>
              <a:t>6</a:t>
            </a:r>
          </a:p>
        </p:txBody>
      </p:sp>
      <p:pic>
        <p:nvPicPr>
          <p:cNvPr id="4" name="Content Placeholder 3" descr="Screenshot 2025-10-14 211100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69942" y="2095500"/>
            <a:ext cx="6242590" cy="36957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altLang="en-US"/>
              <a:t>Screenshot7</a:t>
            </a:r>
          </a:p>
        </p:txBody>
      </p:sp>
      <p:pic>
        <p:nvPicPr>
          <p:cNvPr id="4" name="Content Placeholder 3" descr="Screenshot 2025-10-14 211831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85479" y="2236322"/>
            <a:ext cx="9411516" cy="341405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altLang="en-US"/>
              <a:t>Screenshot8a</a:t>
            </a:r>
          </a:p>
        </p:txBody>
      </p:sp>
      <p:pic>
        <p:nvPicPr>
          <p:cNvPr id="4" name="Content Placeholder 3" descr="Screenshot 2025-10-14 22492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36829" y="2095500"/>
            <a:ext cx="8708816" cy="36957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altLang="en-US">
                <a:sym typeface="+mn-ea"/>
              </a:rPr>
              <a:t>Screenshot8b</a:t>
            </a:r>
            <a:endParaRPr lang="en-US"/>
          </a:p>
        </p:txBody>
      </p:sp>
      <p:pic>
        <p:nvPicPr>
          <p:cNvPr id="4" name="Content Placeholder 3" descr="Screenshot 2025-10-14 225008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45959" y="2095500"/>
            <a:ext cx="6890556" cy="36957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altLang="en-US">
                <a:sym typeface="+mn-ea"/>
              </a:rPr>
              <a:t>Screenshot9a</a:t>
            </a:r>
            <a:endParaRPr lang="en-US"/>
          </a:p>
        </p:txBody>
      </p:sp>
      <p:pic>
        <p:nvPicPr>
          <p:cNvPr id="4" name="Content Placeholder 3" descr="Screenshot 2025-10-14 225109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96528" y="2095500"/>
            <a:ext cx="7189419" cy="36957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altLang="en-US">
                <a:sym typeface="+mn-ea"/>
              </a:rPr>
              <a:t>Screenshot10</a:t>
            </a:r>
            <a:endParaRPr lang="en-US"/>
          </a:p>
        </p:txBody>
      </p:sp>
      <p:pic>
        <p:nvPicPr>
          <p:cNvPr id="4" name="Content Placeholder 3" descr="WhatsApp Image 2025-10-14 at 23.21.0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06171" y="2095500"/>
            <a:ext cx="6570133" cy="36957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altLang="en-US">
                <a:sym typeface="+mn-ea"/>
              </a:rPr>
              <a:t>Screenshot11</a:t>
            </a:r>
            <a:endParaRPr lang="en-US"/>
          </a:p>
        </p:txBody>
      </p:sp>
      <p:pic>
        <p:nvPicPr>
          <p:cNvPr id="4" name="Content Placeholder 3" descr="WhatsApp Image 2025-10-14 at 23.21.0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06171" y="2095500"/>
            <a:ext cx="6570133" cy="36957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altLang="en-US">
                <a:sym typeface="+mn-ea"/>
              </a:rPr>
              <a:t>Screenshot12</a:t>
            </a:r>
            <a:endParaRPr lang="en-US"/>
          </a:p>
        </p:txBody>
      </p:sp>
      <p:pic>
        <p:nvPicPr>
          <p:cNvPr id="4" name="Content Placeholder 3" descr="WhatsApp Image 2025-10-14 at 23.24.09 (1)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71087" y="2095500"/>
            <a:ext cx="6440300" cy="36957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altLang="en-US">
                <a:sym typeface="+mn-ea"/>
              </a:rPr>
              <a:t>Screenshot13</a:t>
            </a:r>
            <a:endParaRPr lang="en-US"/>
          </a:p>
        </p:txBody>
      </p:sp>
      <p:pic>
        <p:nvPicPr>
          <p:cNvPr id="4" name="Content Placeholder 3" descr="WhatsApp Image 2025-10-14 at 23.24.09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44282" y="2095500"/>
            <a:ext cx="7293911" cy="36957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altLang="en-US"/>
              <a:t>vdi</a:t>
            </a:r>
          </a:p>
        </p:txBody>
      </p:sp>
      <p:pic>
        <p:nvPicPr>
          <p:cNvPr id="4" name="Content Placeholder 3" descr="WhatsApp Image 2025-10-14 at 23.26.1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63255" y="2095500"/>
            <a:ext cx="3055964" cy="3695700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Damask</Template>
  <TotalTime>30</TotalTime>
  <Words>139</Words>
  <Application>Microsoft Office PowerPoint</Application>
  <PresentationFormat>Widescreen</PresentationFormat>
  <Paragraphs>28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Bookman Old Style</vt:lpstr>
      <vt:lpstr>Rockwell</vt:lpstr>
      <vt:lpstr>Damask</vt:lpstr>
      <vt:lpstr>ORS_FIGHTER</vt:lpstr>
      <vt:lpstr>2a</vt:lpstr>
      <vt:lpstr>2b</vt:lpstr>
      <vt:lpstr>2c</vt:lpstr>
      <vt:lpstr>TASK 1 myself on headphones  my project participants </vt:lpstr>
      <vt:lpstr>Screenshot2 myself on headphones  my project participants</vt:lpstr>
      <vt:lpstr>1.6</vt:lpstr>
      <vt:lpstr>2. Screenshot4</vt:lpstr>
      <vt:lpstr>Screenshot6</vt:lpstr>
      <vt:lpstr>Screenshot7</vt:lpstr>
      <vt:lpstr>Screenshot8a</vt:lpstr>
      <vt:lpstr>Screenshot8b</vt:lpstr>
      <vt:lpstr>Screenshot9a</vt:lpstr>
      <vt:lpstr>Screenshot10</vt:lpstr>
      <vt:lpstr>Screenshot11</vt:lpstr>
      <vt:lpstr>Screenshot12</vt:lpstr>
      <vt:lpstr>Screenshot13</vt:lpstr>
      <vt:lpstr>vdi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 Chauke</dc:creator>
  <cp:lastModifiedBy>M Chauke</cp:lastModifiedBy>
  <cp:revision>7</cp:revision>
  <dcterms:created xsi:type="dcterms:W3CDTF">2025-09-30T18:35:00Z</dcterms:created>
  <dcterms:modified xsi:type="dcterms:W3CDTF">2026-05-28T00:21:26Z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9B2B86B1B9D54A458C124CDBC1237E82_13</vt:lpwstr>
  </property>
  <property fmtid="{D5CDD505-2E9C-101B-9397-08002B2CF9AE}" pid="3" name="KSOProductBuildVer">
    <vt:lpwstr>1033-12.2.0.22549</vt:lpwstr>
  </property>
</Properties>
</file>