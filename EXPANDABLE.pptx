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15.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16.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1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 id="2147483652" r:id="rId2"/>
    <p:sldMasterId id="2147483654" r:id="rId3"/>
    <p:sldMasterId id="2147483656" r:id="rId4"/>
    <p:sldMasterId id="2147483658" r:id="rId5"/>
    <p:sldMasterId id="2147483660" r:id="rId6"/>
    <p:sldMasterId id="2147483662" r:id="rId7"/>
    <p:sldMasterId id="2147483664" r:id="rId8"/>
    <p:sldMasterId id="2147483668" r:id="rId9"/>
    <p:sldMasterId id="2147483672" r:id="rId10"/>
    <p:sldMasterId id="2147483674" r:id="rId11"/>
    <p:sldMasterId id="2147483676" r:id="rId12"/>
    <p:sldMasterId id="2147483678" r:id="rId13"/>
    <p:sldMasterId id="2147483680" r:id="rId14"/>
    <p:sldMasterId id="2147483701" r:id="rId15"/>
    <p:sldMasterId id="2147483720" r:id="rId16"/>
    <p:sldMasterId id="2147483739" r:id="rId17"/>
  </p:sld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6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slide" Target="slides/slide22.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slide" Target="slides/slide25.xml"/><Relationship Id="rId47" Type="http://schemas.openxmlformats.org/officeDocument/2006/relationships/slide" Target="slides/slide30.xml"/><Relationship Id="rId50"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2.xml"/><Relationship Id="rId11" Type="http://schemas.openxmlformats.org/officeDocument/2006/relationships/slideMaster" Target="slideMasters/slideMaster11.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2.xml"/><Relationship Id="rId31" Type="http://schemas.openxmlformats.org/officeDocument/2006/relationships/slide" Target="slides/slide14.xml"/><Relationship Id="rId44"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20" Type="http://schemas.openxmlformats.org/officeDocument/2006/relationships/slide" Target="slides/slide3.xml"/><Relationship Id="rId41"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Panoramic Picture with Caption">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9B7E0D0B-28CC-4E43-A746-8EEC1799F0CD}"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26E9CEF3-55E7-4E9D-BE83-CFA16B0C9109}"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lstStyle/>
          <a:p>
            <a:r>
              <a:t>Footer</a:t>
            </a:r>
          </a:p>
        </p:txBody>
      </p:sp>
      <p:sp>
        <p:nvSpPr>
          <p:cNvPr id="3" name="PlaceHolder 2"/>
          <p:cNvSpPr>
            <a:spLocks noGrp="1"/>
          </p:cNvSpPr>
          <p:nvPr>
            <p:ph type="sldNum" idx="11"/>
          </p:nvPr>
        </p:nvSpPr>
        <p:spPr/>
        <p:txBody>
          <a:bodyPr/>
          <a:lstStyle/>
          <a:p>
            <a:fld id="{8191107A-AB40-4E68-A633-58860FAE27C8}" type="slidenum">
              <a:t>‹#›</a:t>
            </a:fld>
            <a:endParaRPr/>
          </a:p>
        </p:txBody>
      </p:sp>
      <p:sp>
        <p:nvSpPr>
          <p:cNvPr id="4" name="PlaceHolder 3"/>
          <p:cNvSpPr>
            <a:spLocks noGrp="1"/>
          </p:cNvSpPr>
          <p:nvPr>
            <p:ph type="dt" idx="12"/>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45EA4C2F-59EE-4C31-9A74-2369E7B2461B}" type="slidenum">
              <a:t>‹#›</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3 Column">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lstStyle/>
          <a:p>
            <a:r>
              <a:t>Footer</a:t>
            </a:r>
          </a:p>
        </p:txBody>
      </p:sp>
      <p:sp>
        <p:nvSpPr>
          <p:cNvPr id="3" name="PlaceHolder 2"/>
          <p:cNvSpPr>
            <a:spLocks noGrp="1"/>
          </p:cNvSpPr>
          <p:nvPr>
            <p:ph type="sldNum" idx="17"/>
          </p:nvPr>
        </p:nvSpPr>
        <p:spPr/>
        <p:txBody>
          <a:bodyPr/>
          <a:lstStyle/>
          <a:p>
            <a:fld id="{7AC90D26-1772-4FFA-9A08-E21A6B0BD22E}" type="slidenum">
              <a:t>‹#›</a:t>
            </a:fld>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3 Picture Colum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FEEC5245-87F9-43CD-9787-4BE073F86A22}" type="slidenum">
              <a:t>‹#›</a:t>
            </a:fld>
            <a:endParaRPr/>
          </a:p>
        </p:txBody>
      </p:sp>
      <p:sp>
        <p:nvSpPr>
          <p:cNvPr id="4" name="PlaceHolder 3"/>
          <p:cNvSpPr>
            <a:spLocks noGrp="1"/>
          </p:cNvSpPr>
          <p:nvPr>
            <p:ph type="dt" idx="2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lstStyle/>
          <a:p>
            <a:r>
              <a:t>Footer</a:t>
            </a:r>
          </a:p>
        </p:txBody>
      </p:sp>
      <p:sp>
        <p:nvSpPr>
          <p:cNvPr id="3" name="PlaceHolder 2"/>
          <p:cNvSpPr>
            <a:spLocks noGrp="1"/>
          </p:cNvSpPr>
          <p:nvPr>
            <p:ph type="sldNum" idx="23"/>
          </p:nvPr>
        </p:nvSpPr>
        <p:spPr/>
        <p:txBody>
          <a:bodyPr/>
          <a:lstStyle/>
          <a:p>
            <a:fld id="{957FE940-9F90-4507-970E-02BB8975B036}" type="slidenum">
              <a:t>‹#›</a:t>
            </a:fld>
            <a:endParaRPr/>
          </a:p>
        </p:txBody>
      </p:sp>
      <p:sp>
        <p:nvSpPr>
          <p:cNvPr id="4" name="PlaceHolder 3"/>
          <p:cNvSpPr>
            <a:spLocks noGrp="1"/>
          </p:cNvSpPr>
          <p:nvPr>
            <p:ph type="dt" idx="24"/>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lstStyle/>
          <a:p>
            <a:r>
              <a:t>Footer</a:t>
            </a:r>
          </a:p>
        </p:txBody>
      </p:sp>
      <p:sp>
        <p:nvSpPr>
          <p:cNvPr id="3" name="PlaceHolder 2"/>
          <p:cNvSpPr>
            <a:spLocks noGrp="1"/>
          </p:cNvSpPr>
          <p:nvPr>
            <p:ph type="sldNum" idx="26"/>
          </p:nvPr>
        </p:nvSpPr>
        <p:spPr/>
        <p:txBody>
          <a:bodyPr/>
          <a:lstStyle/>
          <a:p>
            <a:fld id="{783A2B81-C4A3-47F9-9CFD-DBE33BE575A5}" type="slidenum">
              <a:t>‹#›</a:t>
            </a:fld>
            <a:endParaRPr/>
          </a:p>
        </p:txBody>
      </p:sp>
      <p:sp>
        <p:nvSpPr>
          <p:cNvPr id="4" name="PlaceHolder 3"/>
          <p:cNvSpPr>
            <a:spLocks noGrp="1"/>
          </p:cNvSpPr>
          <p:nvPr>
            <p:ph type="dt" idx="27"/>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FEA6EA35-CCEE-4A70-B779-6452EAE6DD64}" type="slidenum">
              <a:t>‹#›</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lstStyle/>
          <a:p>
            <a:r>
              <a:t>Footer</a:t>
            </a:r>
          </a:p>
        </p:txBody>
      </p:sp>
      <p:sp>
        <p:nvSpPr>
          <p:cNvPr id="3" name="PlaceHolder 2"/>
          <p:cNvSpPr>
            <a:spLocks noGrp="1"/>
          </p:cNvSpPr>
          <p:nvPr>
            <p:ph type="sldNum" idx="38"/>
          </p:nvPr>
        </p:nvSpPr>
        <p:spPr/>
        <p:txBody>
          <a:bodyPr/>
          <a:lstStyle/>
          <a:p>
            <a:fld id="{4D5086D9-4C10-4A42-A4EE-FD090ED47E2D}" type="slidenum">
              <a:t>‹#›</a:t>
            </a:fld>
            <a:endParaRPr/>
          </a:p>
        </p:txBody>
      </p:sp>
      <p:sp>
        <p:nvSpPr>
          <p:cNvPr id="4" name="PlaceHolder 3"/>
          <p:cNvSpPr>
            <a:spLocks noGrp="1"/>
          </p:cNvSpPr>
          <p:nvPr>
            <p:ph type="dt" idx="39"/>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9" name="PlaceHolder 1"/>
          <p:cNvSpPr>
            <a:spLocks noGrp="1"/>
          </p:cNvSpPr>
          <p:nvPr>
            <p:ph type="title"/>
          </p:nvPr>
        </p:nvSpPr>
        <p:spPr>
          <a:xfrm>
            <a:off x="646200" y="452880"/>
            <a:ext cx="9403920" cy="1399680"/>
          </a:xfrm>
          <a:prstGeom prst="rect">
            <a:avLst/>
          </a:prstGeom>
          <a:noFill/>
          <a:ln w="0">
            <a:noFill/>
          </a:ln>
        </p:spPr>
        <p:txBody>
          <a:bodyPr lIns="0" tIns="0" rIns="0" bIns="0" anchor="ctr">
            <a:noAutofit/>
          </a:bodyPr>
          <a:lstStyle/>
          <a:p>
            <a:pPr indent="0" algn="ctr">
              <a:buNone/>
            </a:pPr>
            <a:endParaRPr lang="en-ZA" sz="4400" b="0" strike="noStrike" spc="-1">
              <a:solidFill>
                <a:srgbClr val="FFFFFF"/>
              </a:solidFill>
              <a:latin typeface="Arial"/>
            </a:endParaRPr>
          </a:p>
        </p:txBody>
      </p:sp>
      <p:sp>
        <p:nvSpPr>
          <p:cNvPr id="3" name="PlaceHolder 2"/>
          <p:cNvSpPr>
            <a:spLocks noGrp="1"/>
          </p:cNvSpPr>
          <p:nvPr>
            <p:ph type="ftr" idx="40"/>
          </p:nvPr>
        </p:nvSpPr>
        <p:spPr/>
        <p:txBody>
          <a:bodyPr/>
          <a:lstStyle/>
          <a:p>
            <a:r>
              <a:t>Footer</a:t>
            </a:r>
          </a:p>
        </p:txBody>
      </p:sp>
      <p:sp>
        <p:nvSpPr>
          <p:cNvPr id="4" name="PlaceHolder 3"/>
          <p:cNvSpPr>
            <a:spLocks noGrp="1"/>
          </p:cNvSpPr>
          <p:nvPr>
            <p:ph type="sldNum" idx="41"/>
          </p:nvPr>
        </p:nvSpPr>
        <p:spPr/>
        <p:txBody>
          <a:bodyPr/>
          <a:lstStyle/>
          <a:p>
            <a:fld id="{1250B862-27C9-4F4E-98DB-2765EC8382F7}" type="slidenum">
              <a:t>‹#›</a:t>
            </a:fld>
            <a:endParaRPr/>
          </a:p>
        </p:txBody>
      </p:sp>
      <p:sp>
        <p:nvSpPr>
          <p:cNvPr id="5" name="PlaceHolder 4"/>
          <p:cNvSpPr>
            <a:spLocks noGrp="1"/>
          </p:cNvSpPr>
          <p:nvPr>
            <p:ph type="dt" idx="42"/>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lstStyle/>
          <a:p>
            <a:r>
              <a:t>Footer</a:t>
            </a:r>
          </a:p>
        </p:txBody>
      </p:sp>
      <p:sp>
        <p:nvSpPr>
          <p:cNvPr id="3" name="PlaceHolder 2"/>
          <p:cNvSpPr>
            <a:spLocks noGrp="1"/>
          </p:cNvSpPr>
          <p:nvPr>
            <p:ph type="sldNum" idx="44"/>
          </p:nvPr>
        </p:nvSpPr>
        <p:spPr/>
        <p:txBody>
          <a:bodyPr/>
          <a:lstStyle/>
          <a:p>
            <a:fld id="{AFF2AAF1-692D-4101-B16D-F31D424428F2}" type="slidenum">
              <a:t>‹#›</a:t>
            </a:fld>
            <a:endParaRPr/>
          </a:p>
        </p:txBody>
      </p:sp>
      <p:sp>
        <p:nvSpPr>
          <p:cNvPr id="4" name="PlaceHolder 3"/>
          <p:cNvSpPr>
            <a:spLocks noGrp="1"/>
          </p:cNvSpPr>
          <p:nvPr>
            <p:ph type="dt" idx="45"/>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lstStyle/>
          <a:p>
            <a:r>
              <a:t>Footer</a:t>
            </a:r>
          </a:p>
        </p:txBody>
      </p:sp>
      <p:sp>
        <p:nvSpPr>
          <p:cNvPr id="3" name="PlaceHolder 2"/>
          <p:cNvSpPr>
            <a:spLocks noGrp="1"/>
          </p:cNvSpPr>
          <p:nvPr>
            <p:ph type="sldNum" idx="47"/>
          </p:nvPr>
        </p:nvSpPr>
        <p:spPr/>
        <p:txBody>
          <a:bodyPr/>
          <a:lstStyle/>
          <a:p>
            <a:fld id="{61A8DEA1-18B4-48F4-90C2-40CC74955EAA}" type="slidenum">
              <a:t>‹#›</a:t>
            </a:fld>
            <a:endParaRPr/>
          </a:p>
        </p:txBody>
      </p:sp>
      <p:sp>
        <p:nvSpPr>
          <p:cNvPr id="4" name="PlaceHolder 3"/>
          <p:cNvSpPr>
            <a:spLocks noGrp="1"/>
          </p:cNvSpPr>
          <p:nvPr>
            <p:ph type="dt" idx="48"/>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lstStyle/>
          <a:p>
            <a:r>
              <a:t>Footer</a:t>
            </a:r>
          </a:p>
        </p:txBody>
      </p:sp>
      <p:sp>
        <p:nvSpPr>
          <p:cNvPr id="3" name="PlaceHolder 2"/>
          <p:cNvSpPr>
            <a:spLocks noGrp="1"/>
          </p:cNvSpPr>
          <p:nvPr>
            <p:ph type="sldNum" idx="50"/>
          </p:nvPr>
        </p:nvSpPr>
        <p:spPr/>
        <p:txBody>
          <a:bodyPr/>
          <a:lstStyle/>
          <a:p>
            <a:fld id="{D794A5CA-F1E9-4FAE-9CEF-FDE96564BC35}" type="slidenum">
              <a:t>‹#›</a:t>
            </a:fld>
            <a:endParaRPr/>
          </a:p>
        </p:txBody>
      </p:sp>
      <p:sp>
        <p:nvSpPr>
          <p:cNvPr id="4" name="PlaceHolder 3"/>
          <p:cNvSpPr>
            <a:spLocks noGrp="1"/>
          </p:cNvSpPr>
          <p:nvPr>
            <p:ph type="dt" idx="51"/>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798640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1843475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4940763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0940062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8" name="Footer Placeholder 7"/>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9" name="Slide Number Placeholder 8"/>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4170686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5" name="Slide Number Placeholder 4"/>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678537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3" name="Footer Placeholder 2"/>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4" name="Slide Number Placeholder 3"/>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41288529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1939234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4456987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7541621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7255946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601630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4867000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5" name="Slide Number Placeholder 4"/>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3456639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5" name="Slide Number Placeholder 4"/>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42444778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6341416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2BA09949-3A85-472D-9646-9D1973009F67}"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19892214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46200" y="452880"/>
            <a:ext cx="9403920" cy="1399680"/>
          </a:xfrm>
          <a:prstGeom prst="rect">
            <a:avLst/>
          </a:prstGeom>
          <a:noFill/>
          <a:ln w="0">
            <a:noFill/>
          </a:ln>
        </p:spPr>
        <p:txBody>
          <a:bodyPr lIns="0" tIns="0" rIns="0" bIns="0" anchor="ctr">
            <a:noAutofit/>
          </a:bodyPr>
          <a:lstStyle/>
          <a:p>
            <a:pPr indent="0" algn="ctr">
              <a:buNone/>
            </a:pPr>
            <a:endParaRPr lang="en-ZA" sz="4400" b="0" strike="noStrike" spc="-1">
              <a:solidFill>
                <a:srgbClr val="FFFFFF"/>
              </a:solidFill>
              <a:latin typeface="Arial"/>
            </a:endParaRPr>
          </a:p>
        </p:txBody>
      </p:sp>
      <p:sp>
        <p:nvSpPr>
          <p:cNvPr id="126" name="PlaceHolder 2"/>
          <p:cNvSpPr>
            <a:spLocks noGrp="1"/>
          </p:cNvSpPr>
          <p:nvPr>
            <p:ph/>
          </p:nvPr>
        </p:nvSpPr>
        <p:spPr>
          <a:xfrm>
            <a:off x="1103400" y="2053080"/>
            <a:ext cx="4365360" cy="4194720"/>
          </a:xfrm>
          <a:prstGeom prst="rect">
            <a:avLst/>
          </a:prstGeom>
          <a:noFill/>
          <a:ln w="0">
            <a:noFill/>
          </a:ln>
        </p:spPr>
        <p:txBody>
          <a:bodyPr lIns="0" tIns="0" rIns="0" bIns="0" anchor="t">
            <a:normAutofit/>
          </a:bodyPr>
          <a:lstStyle/>
          <a:p>
            <a:pPr indent="0">
              <a:spcBef>
                <a:spcPts val="1417"/>
              </a:spcBef>
              <a:buNone/>
            </a:pPr>
            <a:endParaRPr lang="en-ZA" sz="3200" b="0" strike="noStrike" spc="-1">
              <a:solidFill>
                <a:srgbClr val="FFFFFF"/>
              </a:solidFill>
              <a:latin typeface="Arial"/>
            </a:endParaRPr>
          </a:p>
        </p:txBody>
      </p:sp>
      <p:sp>
        <p:nvSpPr>
          <p:cNvPr id="127" name="PlaceHolder 3"/>
          <p:cNvSpPr>
            <a:spLocks noGrp="1"/>
          </p:cNvSpPr>
          <p:nvPr>
            <p:ph/>
          </p:nvPr>
        </p:nvSpPr>
        <p:spPr>
          <a:xfrm>
            <a:off x="5687280" y="2053080"/>
            <a:ext cx="4365360" cy="4194720"/>
          </a:xfrm>
          <a:prstGeom prst="rect">
            <a:avLst/>
          </a:prstGeom>
          <a:noFill/>
          <a:ln w="0">
            <a:noFill/>
          </a:ln>
        </p:spPr>
        <p:txBody>
          <a:bodyPr lIns="0" tIns="0" rIns="0" bIns="0" anchor="t">
            <a:normAutofit/>
          </a:bodyPr>
          <a:lstStyle/>
          <a:p>
            <a:pPr indent="0">
              <a:spcBef>
                <a:spcPts val="1417"/>
              </a:spcBef>
              <a:buNone/>
            </a:pPr>
            <a:endParaRPr lang="en-ZA" sz="3200" b="0" strike="noStrike" spc="-1">
              <a:solidFill>
                <a:srgbClr val="FFFFFF"/>
              </a:solidFill>
              <a:latin typeface="Arial"/>
            </a:endParaRPr>
          </a:p>
        </p:txBody>
      </p:sp>
      <p:sp>
        <p:nvSpPr>
          <p:cNvPr id="5" name="PlaceHolder 4"/>
          <p:cNvSpPr>
            <a:spLocks noGrp="1"/>
          </p:cNvSpPr>
          <p:nvPr>
            <p:ph type="ftr" idx="34"/>
          </p:nvPr>
        </p:nvSpPr>
        <p:spPr/>
        <p:txBody>
          <a:bodyPr/>
          <a:lstStyle/>
          <a:p>
            <a:r>
              <a:t>Footer</a:t>
            </a:r>
          </a:p>
        </p:txBody>
      </p:sp>
      <p:sp>
        <p:nvSpPr>
          <p:cNvPr id="6" name="PlaceHolder 5"/>
          <p:cNvSpPr>
            <a:spLocks noGrp="1"/>
          </p:cNvSpPr>
          <p:nvPr>
            <p:ph type="sldNum" idx="35"/>
          </p:nvPr>
        </p:nvSpPr>
        <p:spPr/>
        <p:txBody>
          <a:bodyPr/>
          <a:lstStyle/>
          <a:p>
            <a:fld id="{E53FE886-3231-444F-86B1-F614AE5A8175}" type="slidenum">
              <a:t>‹#›</a:t>
            </a:fld>
            <a:endParaRPr/>
          </a:p>
        </p:txBody>
      </p:sp>
      <p:sp>
        <p:nvSpPr>
          <p:cNvPr id="7" name="PlaceHolder 6"/>
          <p:cNvSpPr>
            <a:spLocks noGrp="1"/>
          </p:cNvSpPr>
          <p:nvPr>
            <p:ph type="dt" idx="36"/>
          </p:nvPr>
        </p:nvSpPr>
        <p:spPr/>
        <p:txBody>
          <a:bodyPr/>
          <a:lstStyle/>
          <a:p>
            <a:endParaRPr/>
          </a:p>
        </p:txBody>
      </p:sp>
    </p:spTree>
    <p:extLst>
      <p:ext uri="{BB962C8B-B14F-4D97-AF65-F5344CB8AC3E}">
        <p14:creationId xmlns:p14="http://schemas.microsoft.com/office/powerpoint/2010/main" val="1195189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7795054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8719319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9939557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14557470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8" name="Footer Placeholder 7"/>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9" name="Slide Number Placeholder 8"/>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1894823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5" name="Slide Number Placeholder 4"/>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4493833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3" name="Footer Placeholder 2"/>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4" name="Slide Number Placeholder 3"/>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11998862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0020979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349875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2519354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9162263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479830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0383068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5" name="Slide Number Placeholder 4"/>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8319727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5" name="Slide Number Placeholder 4"/>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4244499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8903363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 </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655296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646200" y="452880"/>
            <a:ext cx="9403920" cy="1399680"/>
          </a:xfrm>
          <a:prstGeom prst="rect">
            <a:avLst/>
          </a:prstGeom>
          <a:noFill/>
          <a:ln w="0">
            <a:noFill/>
          </a:ln>
        </p:spPr>
        <p:txBody>
          <a:bodyPr lIns="0" tIns="0" rIns="0" bIns="0" anchor="ctr">
            <a:noAutofit/>
          </a:bodyPr>
          <a:lstStyle/>
          <a:p>
            <a:pPr indent="0" algn="ctr">
              <a:buNone/>
            </a:pPr>
            <a:endParaRPr lang="en-ZA" sz="4400" b="0" strike="noStrike" spc="-1">
              <a:solidFill>
                <a:srgbClr val="FFFFFF"/>
              </a:solidFill>
              <a:latin typeface="Arial"/>
            </a:endParaRPr>
          </a:p>
        </p:txBody>
      </p:sp>
      <p:sp>
        <p:nvSpPr>
          <p:cNvPr id="12" name="PlaceHolder 2"/>
          <p:cNvSpPr>
            <a:spLocks noGrp="1"/>
          </p:cNvSpPr>
          <p:nvPr>
            <p:ph type="subTitle"/>
          </p:nvPr>
        </p:nvSpPr>
        <p:spPr>
          <a:xfrm>
            <a:off x="1103400" y="2053080"/>
            <a:ext cx="8946000" cy="4194720"/>
          </a:xfrm>
          <a:prstGeom prst="rect">
            <a:avLst/>
          </a:prstGeom>
          <a:noFill/>
          <a:ln w="0">
            <a:noFill/>
          </a:ln>
        </p:spPr>
        <p:txBody>
          <a:bodyPr lIns="0" tIns="0" rIns="0" bIns="0" anchor="ctr">
            <a:noAutofit/>
          </a:bodyPr>
          <a:lstStyle/>
          <a:p>
            <a:pPr indent="0" algn="ctr">
              <a:buNone/>
            </a:pPr>
            <a:endParaRPr lang="en-ZA" sz="3200" b="0" strike="noStrike" spc="-1">
              <a:solidFill>
                <a:srgbClr val="FFFFFF"/>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A72925A5-512B-4226-B0E5-AC56331FD9A2}" type="slidenum">
              <a:t>‹#›</a:t>
            </a:fld>
            <a:endParaRPr/>
          </a:p>
        </p:txBody>
      </p:sp>
      <p:sp>
        <p:nvSpPr>
          <p:cNvPr id="6" name="PlaceHolder 5"/>
          <p:cNvSpPr>
            <a:spLocks noGrp="1"/>
          </p:cNvSpPr>
          <p:nvPr>
            <p:ph type="dt" idx="3"/>
          </p:nvPr>
        </p:nvSpPr>
        <p:spPr/>
        <p:txBody>
          <a:bodyPr/>
          <a:lstStyle/>
          <a:p>
            <a:endParaRPr/>
          </a:p>
        </p:txBody>
      </p:sp>
    </p:spTree>
    <p:extLst>
      <p:ext uri="{BB962C8B-B14F-4D97-AF65-F5344CB8AC3E}">
        <p14:creationId xmlns:p14="http://schemas.microsoft.com/office/powerpoint/2010/main" val="28897791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9719091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156414532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647161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21300090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8" name="Footer Placeholder 7"/>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9" name="Slide Number Placeholder 8"/>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2827834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5" name="Slide Number Placeholder 4"/>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6666209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3" name="Footer Placeholder 2"/>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4" name="Slide Number Placeholder 3"/>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6868890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156785252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99552628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7107173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9171663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6324118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6" name="Footer Placeholder 5"/>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 name="Slide Number Placeholder 6"/>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17818373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5" name="Slide Number Placeholder 4"/>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09033309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4" name="Footer Placeholder 3"/>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5" name="Slide Number Placeholder 4"/>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13116921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82849821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11"/>
          </p:nvPr>
        </p:nvSpPr>
        <p:spPr/>
        <p:txBody>
          <a:body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12"/>
          </p:nvPr>
        </p:nvSpPr>
        <p:spPr/>
        <p:txBody>
          <a:bodyPr/>
          <a:lstStyle/>
          <a:p>
            <a:pPr indent="0" algn="ctr" defTabSz="457200">
              <a:lnSpc>
                <a:spcPct val="100000"/>
              </a:lnSpc>
              <a:buNone/>
              <a:tabLst>
                <a:tab pos="0" algn="l"/>
              </a:tabLst>
            </a:pPr>
            <a:fld id="{CB345A1A-F305-4A75-A7ED-5224DAC7091C}"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7567350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46200" y="452880"/>
            <a:ext cx="9403920" cy="1399680"/>
          </a:xfrm>
          <a:prstGeom prst="rect">
            <a:avLst/>
          </a:prstGeom>
          <a:noFill/>
          <a:ln w="0">
            <a:noFill/>
          </a:ln>
        </p:spPr>
        <p:txBody>
          <a:bodyPr lIns="0" tIns="0" rIns="0" bIns="0" anchor="ctr">
            <a:noAutofit/>
          </a:bodyPr>
          <a:lstStyle/>
          <a:p>
            <a:pPr indent="0" algn="ctr">
              <a:buNone/>
            </a:pPr>
            <a:endParaRPr lang="en-ZA" sz="4400" b="0" strike="noStrike" spc="-1">
              <a:solidFill>
                <a:srgbClr val="FFFFFF"/>
              </a:solidFill>
              <a:latin typeface="Arial"/>
            </a:endParaRPr>
          </a:p>
        </p:txBody>
      </p:sp>
      <p:sp>
        <p:nvSpPr>
          <p:cNvPr id="103" name="PlaceHolder 2"/>
          <p:cNvSpPr>
            <a:spLocks noGrp="1"/>
          </p:cNvSpPr>
          <p:nvPr>
            <p:ph/>
          </p:nvPr>
        </p:nvSpPr>
        <p:spPr>
          <a:xfrm>
            <a:off x="1103400" y="2053080"/>
            <a:ext cx="8946000" cy="4194720"/>
          </a:xfrm>
          <a:prstGeom prst="rect">
            <a:avLst/>
          </a:prstGeom>
          <a:noFill/>
          <a:ln w="0">
            <a:noFill/>
          </a:ln>
        </p:spPr>
        <p:txBody>
          <a:bodyPr lIns="0" tIns="0" rIns="0" bIns="0" anchor="t">
            <a:normAutofit/>
          </a:bodyPr>
          <a:lstStyle/>
          <a:p>
            <a:pPr indent="0">
              <a:spcBef>
                <a:spcPts val="1417"/>
              </a:spcBef>
              <a:buNone/>
            </a:pPr>
            <a:endParaRPr lang="en-ZA" sz="3200" b="0" strike="noStrike" spc="-1">
              <a:solidFill>
                <a:srgbClr val="FFFFFF"/>
              </a:solidFill>
              <a:latin typeface="Arial"/>
            </a:endParaRPr>
          </a:p>
        </p:txBody>
      </p:sp>
      <p:sp>
        <p:nvSpPr>
          <p:cNvPr id="4" name="PlaceHolder 3"/>
          <p:cNvSpPr>
            <a:spLocks noGrp="1"/>
          </p:cNvSpPr>
          <p:nvPr>
            <p:ph type="ftr" idx="28"/>
          </p:nvPr>
        </p:nvSpPr>
        <p:spPr/>
        <p:txBody>
          <a:bodyPr/>
          <a:lstStyle/>
          <a:p>
            <a:r>
              <a:t>Footer</a:t>
            </a:r>
          </a:p>
        </p:txBody>
      </p:sp>
      <p:sp>
        <p:nvSpPr>
          <p:cNvPr id="5" name="PlaceHolder 4"/>
          <p:cNvSpPr>
            <a:spLocks noGrp="1"/>
          </p:cNvSpPr>
          <p:nvPr>
            <p:ph type="sldNum" idx="29"/>
          </p:nvPr>
        </p:nvSpPr>
        <p:spPr/>
        <p:txBody>
          <a:bodyPr/>
          <a:lstStyle/>
          <a:p>
            <a:fld id="{BC380753-6808-4AB9-AA10-F6004BD2A801}" type="slidenum">
              <a:t>‹#›</a:t>
            </a:fld>
            <a:endParaRPr/>
          </a:p>
        </p:txBody>
      </p:sp>
      <p:sp>
        <p:nvSpPr>
          <p:cNvPr id="6" name="PlaceHolder 5"/>
          <p:cNvSpPr>
            <a:spLocks noGrp="1"/>
          </p:cNvSpPr>
          <p:nvPr>
            <p:ph type="dt" idx="30"/>
          </p:nvPr>
        </p:nvSpPr>
        <p:spPr/>
        <p:txBody>
          <a:bodyPr/>
          <a:lstStyle/>
          <a:p>
            <a:endParaRPr/>
          </a:p>
        </p:txBody>
      </p:sp>
    </p:spTree>
    <p:extLst>
      <p:ext uri="{BB962C8B-B14F-4D97-AF65-F5344CB8AC3E}">
        <p14:creationId xmlns:p14="http://schemas.microsoft.com/office/powerpoint/2010/main" val="8565084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5.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6.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7.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8.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9.xml"/><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0.xml"/><Relationship Id="rId1" Type="http://schemas.openxmlformats.org/officeDocument/2006/relationships/slideLayout" Target="../slideLayouts/slideLayout1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1.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3.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4.xml"/><Relationship Id="rId1" Type="http://schemas.openxmlformats.org/officeDocument/2006/relationships/slideLayout" Target="../slideLayouts/slideLayout1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theme" Target="../theme/theme15.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19" Type="http://schemas.openxmlformats.org/officeDocument/2006/relationships/theme" Target="../theme/theme16.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19" Type="http://schemas.openxmlformats.org/officeDocument/2006/relationships/theme" Target="../theme/theme17.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13" name="Picture 7"/>
          <p:cNvPicPr/>
          <p:nvPr/>
        </p:nvPicPr>
        <p:blipFill>
          <a:blip r:embed="rId4"/>
          <a:srcRect l="3610"/>
          <a:stretch/>
        </p:blipFill>
        <p:spPr>
          <a:xfrm>
            <a:off x="0" y="2669760"/>
            <a:ext cx="4036320" cy="4187520"/>
          </a:xfrm>
          <a:prstGeom prst="rect">
            <a:avLst/>
          </a:prstGeom>
          <a:ln w="0">
            <a:noFill/>
          </a:ln>
        </p:spPr>
      </p:pic>
      <p:pic>
        <p:nvPicPr>
          <p:cNvPr id="14" name="Picture 6"/>
          <p:cNvPicPr/>
          <p:nvPr/>
        </p:nvPicPr>
        <p:blipFill>
          <a:blip r:embed="rId5"/>
          <a:srcRect l="35647"/>
          <a:stretch/>
        </p:blipFill>
        <p:spPr>
          <a:xfrm>
            <a:off x="0" y="2892240"/>
            <a:ext cx="1521720" cy="2364840"/>
          </a:xfrm>
          <a:prstGeom prst="rect">
            <a:avLst/>
          </a:prstGeom>
          <a:ln w="0">
            <a:noFill/>
          </a:ln>
        </p:spPr>
      </p:pic>
      <p:sp>
        <p:nvSpPr>
          <p:cNvPr id="15"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16" name="Picture 8"/>
          <p:cNvPicPr/>
          <p:nvPr/>
        </p:nvPicPr>
        <p:blipFill>
          <a:blip r:embed="rId6"/>
          <a:srcRect t="28812"/>
          <a:stretch/>
        </p:blipFill>
        <p:spPr>
          <a:xfrm>
            <a:off x="7999560" y="0"/>
            <a:ext cx="1602720" cy="1140840"/>
          </a:xfrm>
          <a:prstGeom prst="rect">
            <a:avLst/>
          </a:prstGeom>
          <a:ln w="0">
            <a:noFill/>
          </a:ln>
        </p:spPr>
      </p:pic>
      <p:pic>
        <p:nvPicPr>
          <p:cNvPr id="17" name="Picture 9"/>
          <p:cNvPicPr/>
          <p:nvPr/>
        </p:nvPicPr>
        <p:blipFill>
          <a:blip r:embed="rId7"/>
          <a:srcRect b="23333"/>
          <a:stretch/>
        </p:blipFill>
        <p:spPr>
          <a:xfrm>
            <a:off x="8605800" y="6095880"/>
            <a:ext cx="992880" cy="761400"/>
          </a:xfrm>
          <a:prstGeom prst="rect">
            <a:avLst/>
          </a:prstGeom>
          <a:ln w="0">
            <a:noFill/>
          </a:ln>
        </p:spPr>
      </p:pic>
      <p:sp>
        <p:nvSpPr>
          <p:cNvPr id="18"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19" name="PlaceHolder 1"/>
          <p:cNvSpPr>
            <a:spLocks noGrp="1"/>
          </p:cNvSpPr>
          <p:nvPr>
            <p:ph type="ftr" idx="4"/>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20" name="PlaceHolder 2"/>
          <p:cNvSpPr>
            <a:spLocks noGrp="1"/>
          </p:cNvSpPr>
          <p:nvPr>
            <p:ph type="sldNum" idx="5"/>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6D532E1F-FA78-4191-96B4-F9A3B2491014}"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21" name="PlaceHolder 3"/>
          <p:cNvSpPr>
            <a:spLocks noGrp="1"/>
          </p:cNvSpPr>
          <p:nvPr>
            <p:ph type="dt" idx="6"/>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22" name="Picture 7"/>
          <p:cNvPicPr/>
          <p:nvPr/>
        </p:nvPicPr>
        <p:blipFill>
          <a:blip r:embed="rId4"/>
          <a:srcRect l="3610"/>
          <a:stretch/>
        </p:blipFill>
        <p:spPr>
          <a:xfrm>
            <a:off x="0" y="2669760"/>
            <a:ext cx="4036320" cy="4187520"/>
          </a:xfrm>
          <a:prstGeom prst="rect">
            <a:avLst/>
          </a:prstGeom>
          <a:ln w="0">
            <a:noFill/>
          </a:ln>
        </p:spPr>
      </p:pic>
      <p:pic>
        <p:nvPicPr>
          <p:cNvPr id="23" name="Picture 6"/>
          <p:cNvPicPr/>
          <p:nvPr/>
        </p:nvPicPr>
        <p:blipFill>
          <a:blip r:embed="rId5"/>
          <a:srcRect l="35647"/>
          <a:stretch/>
        </p:blipFill>
        <p:spPr>
          <a:xfrm>
            <a:off x="0" y="2892240"/>
            <a:ext cx="1521720" cy="2364840"/>
          </a:xfrm>
          <a:prstGeom prst="rect">
            <a:avLst/>
          </a:prstGeom>
          <a:ln w="0">
            <a:noFill/>
          </a:ln>
        </p:spPr>
      </p:pic>
      <p:sp>
        <p:nvSpPr>
          <p:cNvPr id="24"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25" name="Picture 8"/>
          <p:cNvPicPr/>
          <p:nvPr/>
        </p:nvPicPr>
        <p:blipFill>
          <a:blip r:embed="rId6"/>
          <a:srcRect t="28812"/>
          <a:stretch/>
        </p:blipFill>
        <p:spPr>
          <a:xfrm>
            <a:off x="7999560" y="0"/>
            <a:ext cx="1602720" cy="1140840"/>
          </a:xfrm>
          <a:prstGeom prst="rect">
            <a:avLst/>
          </a:prstGeom>
          <a:ln w="0">
            <a:noFill/>
          </a:ln>
        </p:spPr>
      </p:pic>
      <p:pic>
        <p:nvPicPr>
          <p:cNvPr id="26" name="Picture 9"/>
          <p:cNvPicPr/>
          <p:nvPr/>
        </p:nvPicPr>
        <p:blipFill>
          <a:blip r:embed="rId7"/>
          <a:srcRect b="23333"/>
          <a:stretch/>
        </p:blipFill>
        <p:spPr>
          <a:xfrm>
            <a:off x="8605800" y="6095880"/>
            <a:ext cx="992880" cy="761400"/>
          </a:xfrm>
          <a:prstGeom prst="rect">
            <a:avLst/>
          </a:prstGeom>
          <a:ln w="0">
            <a:noFill/>
          </a:ln>
        </p:spPr>
      </p:pic>
      <p:sp>
        <p:nvSpPr>
          <p:cNvPr id="27"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28" name="PlaceHolder 1"/>
          <p:cNvSpPr>
            <a:spLocks noGrp="1"/>
          </p:cNvSpPr>
          <p:nvPr>
            <p:ph type="ftr" idx="7"/>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29" name="PlaceHolder 2"/>
          <p:cNvSpPr>
            <a:spLocks noGrp="1"/>
          </p:cNvSpPr>
          <p:nvPr>
            <p:ph type="sldNum" idx="8"/>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58AB11D0-F488-49BF-A2EB-FBE8120371C6}"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30" name="PlaceHolder 3"/>
          <p:cNvSpPr>
            <a:spLocks noGrp="1"/>
          </p:cNvSpPr>
          <p:nvPr>
            <p:ph type="dt" idx="9"/>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31" name="Picture 7"/>
          <p:cNvPicPr/>
          <p:nvPr/>
        </p:nvPicPr>
        <p:blipFill>
          <a:blip r:embed="rId4"/>
          <a:srcRect l="3610"/>
          <a:stretch/>
        </p:blipFill>
        <p:spPr>
          <a:xfrm>
            <a:off x="0" y="2669760"/>
            <a:ext cx="4036320" cy="4187520"/>
          </a:xfrm>
          <a:prstGeom prst="rect">
            <a:avLst/>
          </a:prstGeom>
          <a:ln w="0">
            <a:noFill/>
          </a:ln>
        </p:spPr>
      </p:pic>
      <p:pic>
        <p:nvPicPr>
          <p:cNvPr id="32" name="Picture 6"/>
          <p:cNvPicPr/>
          <p:nvPr/>
        </p:nvPicPr>
        <p:blipFill>
          <a:blip r:embed="rId5"/>
          <a:srcRect l="35647"/>
          <a:stretch/>
        </p:blipFill>
        <p:spPr>
          <a:xfrm>
            <a:off x="0" y="2892240"/>
            <a:ext cx="1521720" cy="2364840"/>
          </a:xfrm>
          <a:prstGeom prst="rect">
            <a:avLst/>
          </a:prstGeom>
          <a:ln w="0">
            <a:noFill/>
          </a:ln>
        </p:spPr>
      </p:pic>
      <p:sp>
        <p:nvSpPr>
          <p:cNvPr id="33"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34" name="Picture 8"/>
          <p:cNvPicPr/>
          <p:nvPr/>
        </p:nvPicPr>
        <p:blipFill>
          <a:blip r:embed="rId6"/>
          <a:srcRect t="28812"/>
          <a:stretch/>
        </p:blipFill>
        <p:spPr>
          <a:xfrm>
            <a:off x="7999560" y="0"/>
            <a:ext cx="1602720" cy="1140840"/>
          </a:xfrm>
          <a:prstGeom prst="rect">
            <a:avLst/>
          </a:prstGeom>
          <a:ln w="0">
            <a:noFill/>
          </a:ln>
        </p:spPr>
      </p:pic>
      <p:pic>
        <p:nvPicPr>
          <p:cNvPr id="35" name="Picture 9"/>
          <p:cNvPicPr/>
          <p:nvPr/>
        </p:nvPicPr>
        <p:blipFill>
          <a:blip r:embed="rId7"/>
          <a:srcRect b="23333"/>
          <a:stretch/>
        </p:blipFill>
        <p:spPr>
          <a:xfrm>
            <a:off x="8605800" y="6095880"/>
            <a:ext cx="992880" cy="761400"/>
          </a:xfrm>
          <a:prstGeom prst="rect">
            <a:avLst/>
          </a:prstGeom>
          <a:ln w="0">
            <a:noFill/>
          </a:ln>
        </p:spPr>
      </p:pic>
      <p:sp>
        <p:nvSpPr>
          <p:cNvPr id="36"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37" name="TextBox 11"/>
          <p:cNvSpPr/>
          <p:nvPr/>
        </p:nvSpPr>
        <p:spPr>
          <a:xfrm>
            <a:off x="898200" y="971280"/>
            <a:ext cx="801360" cy="1949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457200">
              <a:lnSpc>
                <a:spcPct val="100000"/>
              </a:lnSpc>
            </a:pPr>
            <a:r>
              <a:rPr lang="en-US" sz="12200" b="0" strike="noStrike" spc="-1">
                <a:solidFill>
                  <a:schemeClr val="lt2">
                    <a:lumMod val="40000"/>
                    <a:lumOff val="60000"/>
                  </a:schemeClr>
                </a:solidFill>
                <a:latin typeface="Arial"/>
              </a:rPr>
              <a:t>“</a:t>
            </a:r>
            <a:endParaRPr lang="en-ZA" sz="12200" b="0" strike="noStrike" spc="-1">
              <a:solidFill>
                <a:srgbClr val="FFFFFF"/>
              </a:solidFill>
              <a:latin typeface="Arial"/>
            </a:endParaRPr>
          </a:p>
        </p:txBody>
      </p:sp>
      <p:sp>
        <p:nvSpPr>
          <p:cNvPr id="38" name="TextBox 14"/>
          <p:cNvSpPr/>
          <p:nvPr/>
        </p:nvSpPr>
        <p:spPr>
          <a:xfrm>
            <a:off x="9330480" y="2613960"/>
            <a:ext cx="801360" cy="1949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457200">
              <a:lnSpc>
                <a:spcPct val="100000"/>
              </a:lnSpc>
            </a:pPr>
            <a:r>
              <a:rPr lang="en-US" sz="12200" b="0" strike="noStrike" spc="-1">
                <a:solidFill>
                  <a:schemeClr val="lt2">
                    <a:lumMod val="40000"/>
                    <a:lumOff val="60000"/>
                  </a:schemeClr>
                </a:solidFill>
                <a:latin typeface="Arial"/>
              </a:rPr>
              <a:t>”</a:t>
            </a:r>
            <a:endParaRPr lang="en-ZA" sz="12200" b="0" strike="noStrike" spc="-1">
              <a:solidFill>
                <a:srgbClr val="FFFFFF"/>
              </a:solidFill>
              <a:latin typeface="Arial"/>
            </a:endParaRPr>
          </a:p>
        </p:txBody>
      </p:sp>
      <p:sp>
        <p:nvSpPr>
          <p:cNvPr id="39" name="PlaceHolder 1"/>
          <p:cNvSpPr>
            <a:spLocks noGrp="1"/>
          </p:cNvSpPr>
          <p:nvPr>
            <p:ph type="ftr" idx="10"/>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40" name="PlaceHolder 2"/>
          <p:cNvSpPr>
            <a:spLocks noGrp="1"/>
          </p:cNvSpPr>
          <p:nvPr>
            <p:ph type="sldNum" idx="11"/>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8CD8A351-A55F-4F5C-B163-87E68A60E1F9}"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41" name="PlaceHolder 3"/>
          <p:cNvSpPr>
            <a:spLocks noGrp="1"/>
          </p:cNvSpPr>
          <p:nvPr>
            <p:ph type="dt" idx="12"/>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42" name="Picture 7"/>
          <p:cNvPicPr/>
          <p:nvPr/>
        </p:nvPicPr>
        <p:blipFill>
          <a:blip r:embed="rId4"/>
          <a:srcRect l="3610"/>
          <a:stretch/>
        </p:blipFill>
        <p:spPr>
          <a:xfrm>
            <a:off x="0" y="2669760"/>
            <a:ext cx="4036320" cy="4187520"/>
          </a:xfrm>
          <a:prstGeom prst="rect">
            <a:avLst/>
          </a:prstGeom>
          <a:ln w="0">
            <a:noFill/>
          </a:ln>
        </p:spPr>
      </p:pic>
      <p:pic>
        <p:nvPicPr>
          <p:cNvPr id="43" name="Picture 6"/>
          <p:cNvPicPr/>
          <p:nvPr/>
        </p:nvPicPr>
        <p:blipFill>
          <a:blip r:embed="rId5"/>
          <a:srcRect l="35647"/>
          <a:stretch/>
        </p:blipFill>
        <p:spPr>
          <a:xfrm>
            <a:off x="0" y="2892240"/>
            <a:ext cx="1521720" cy="2364840"/>
          </a:xfrm>
          <a:prstGeom prst="rect">
            <a:avLst/>
          </a:prstGeom>
          <a:ln w="0">
            <a:noFill/>
          </a:ln>
        </p:spPr>
      </p:pic>
      <p:sp>
        <p:nvSpPr>
          <p:cNvPr id="44"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45" name="Picture 8"/>
          <p:cNvPicPr/>
          <p:nvPr/>
        </p:nvPicPr>
        <p:blipFill>
          <a:blip r:embed="rId6"/>
          <a:srcRect t="28812"/>
          <a:stretch/>
        </p:blipFill>
        <p:spPr>
          <a:xfrm>
            <a:off x="7999560" y="0"/>
            <a:ext cx="1602720" cy="1140840"/>
          </a:xfrm>
          <a:prstGeom prst="rect">
            <a:avLst/>
          </a:prstGeom>
          <a:ln w="0">
            <a:noFill/>
          </a:ln>
        </p:spPr>
      </p:pic>
      <p:pic>
        <p:nvPicPr>
          <p:cNvPr id="46" name="Picture 9"/>
          <p:cNvPicPr/>
          <p:nvPr/>
        </p:nvPicPr>
        <p:blipFill>
          <a:blip r:embed="rId7"/>
          <a:srcRect b="23333"/>
          <a:stretch/>
        </p:blipFill>
        <p:spPr>
          <a:xfrm>
            <a:off x="8605800" y="6095880"/>
            <a:ext cx="992880" cy="761400"/>
          </a:xfrm>
          <a:prstGeom prst="rect">
            <a:avLst/>
          </a:prstGeom>
          <a:ln w="0">
            <a:noFill/>
          </a:ln>
        </p:spPr>
      </p:pic>
      <p:sp>
        <p:nvSpPr>
          <p:cNvPr id="47"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48" name="PlaceHolder 1"/>
          <p:cNvSpPr>
            <a:spLocks noGrp="1"/>
          </p:cNvSpPr>
          <p:nvPr>
            <p:ph type="ftr" idx="13"/>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49" name="PlaceHolder 2"/>
          <p:cNvSpPr>
            <a:spLocks noGrp="1"/>
          </p:cNvSpPr>
          <p:nvPr>
            <p:ph type="sldNum" idx="14"/>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0D465F07-4B18-44E6-81A9-BD8D38F86F54}"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50" name="PlaceHolder 3"/>
          <p:cNvSpPr>
            <a:spLocks noGrp="1"/>
          </p:cNvSpPr>
          <p:nvPr>
            <p:ph type="dt" idx="15"/>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51" name="Picture 7"/>
          <p:cNvPicPr/>
          <p:nvPr/>
        </p:nvPicPr>
        <p:blipFill>
          <a:blip r:embed="rId4"/>
          <a:srcRect l="3610"/>
          <a:stretch/>
        </p:blipFill>
        <p:spPr>
          <a:xfrm>
            <a:off x="0" y="2669760"/>
            <a:ext cx="4036320" cy="4187520"/>
          </a:xfrm>
          <a:prstGeom prst="rect">
            <a:avLst/>
          </a:prstGeom>
          <a:ln w="0">
            <a:noFill/>
          </a:ln>
        </p:spPr>
      </p:pic>
      <p:pic>
        <p:nvPicPr>
          <p:cNvPr id="52" name="Picture 6"/>
          <p:cNvPicPr/>
          <p:nvPr/>
        </p:nvPicPr>
        <p:blipFill>
          <a:blip r:embed="rId5"/>
          <a:srcRect l="35647"/>
          <a:stretch/>
        </p:blipFill>
        <p:spPr>
          <a:xfrm>
            <a:off x="0" y="2892240"/>
            <a:ext cx="1521720" cy="2364840"/>
          </a:xfrm>
          <a:prstGeom prst="rect">
            <a:avLst/>
          </a:prstGeom>
          <a:ln w="0">
            <a:noFill/>
          </a:ln>
        </p:spPr>
      </p:pic>
      <p:sp>
        <p:nvSpPr>
          <p:cNvPr id="53"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54" name="Picture 8"/>
          <p:cNvPicPr/>
          <p:nvPr/>
        </p:nvPicPr>
        <p:blipFill>
          <a:blip r:embed="rId6"/>
          <a:srcRect t="28812"/>
          <a:stretch/>
        </p:blipFill>
        <p:spPr>
          <a:xfrm>
            <a:off x="7999560" y="0"/>
            <a:ext cx="1602720" cy="1140840"/>
          </a:xfrm>
          <a:prstGeom prst="rect">
            <a:avLst/>
          </a:prstGeom>
          <a:ln w="0">
            <a:noFill/>
          </a:ln>
        </p:spPr>
      </p:pic>
      <p:pic>
        <p:nvPicPr>
          <p:cNvPr id="55" name="Picture 9"/>
          <p:cNvPicPr/>
          <p:nvPr/>
        </p:nvPicPr>
        <p:blipFill>
          <a:blip r:embed="rId7"/>
          <a:srcRect b="23333"/>
          <a:stretch/>
        </p:blipFill>
        <p:spPr>
          <a:xfrm>
            <a:off x="8605800" y="6095880"/>
            <a:ext cx="992880" cy="761400"/>
          </a:xfrm>
          <a:prstGeom prst="rect">
            <a:avLst/>
          </a:prstGeom>
          <a:ln w="0">
            <a:noFill/>
          </a:ln>
        </p:spPr>
      </p:pic>
      <p:sp>
        <p:nvSpPr>
          <p:cNvPr id="56"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cxnSp>
        <p:nvCxnSpPr>
          <p:cNvPr id="57" name="Straight Connector 16"/>
          <p:cNvCxnSpPr/>
          <p:nvPr/>
        </p:nvCxnSpPr>
        <p:spPr>
          <a:xfrm>
            <a:off x="3726000" y="2133360"/>
            <a:ext cx="720" cy="3963240"/>
          </a:xfrm>
          <a:prstGeom prst="straightConnector1">
            <a:avLst/>
          </a:prstGeom>
          <a:ln w="12700" cap="rnd">
            <a:solidFill>
              <a:srgbClr val="8AD0D6">
                <a:alpha val="40000"/>
              </a:srgbClr>
            </a:solidFill>
            <a:round/>
          </a:ln>
        </p:spPr>
      </p:cxnSp>
      <p:cxnSp>
        <p:nvCxnSpPr>
          <p:cNvPr id="58" name="Straight Connector 17"/>
          <p:cNvCxnSpPr/>
          <p:nvPr/>
        </p:nvCxnSpPr>
        <p:spPr>
          <a:xfrm>
            <a:off x="6962040" y="2133360"/>
            <a:ext cx="720" cy="3967560"/>
          </a:xfrm>
          <a:prstGeom prst="straightConnector1">
            <a:avLst/>
          </a:prstGeom>
          <a:ln w="12700" cap="rnd">
            <a:solidFill>
              <a:srgbClr val="8AD0D6">
                <a:alpha val="40000"/>
              </a:srgbClr>
            </a:solidFill>
            <a:round/>
          </a:ln>
        </p:spPr>
      </p:cxnSp>
      <p:sp>
        <p:nvSpPr>
          <p:cNvPr id="59" name="PlaceHolder 1"/>
          <p:cNvSpPr>
            <a:spLocks noGrp="1"/>
          </p:cNvSpPr>
          <p:nvPr>
            <p:ph type="ftr" idx="16"/>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0" name="PlaceHolder 2"/>
          <p:cNvSpPr>
            <a:spLocks noGrp="1"/>
          </p:cNvSpPr>
          <p:nvPr>
            <p:ph type="sldNum" idx="17"/>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A73A4A5D-052F-4E80-B682-A8D7AE9E737B}"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61" name="PlaceHolder 3"/>
          <p:cNvSpPr>
            <a:spLocks noGrp="1"/>
          </p:cNvSpPr>
          <p:nvPr>
            <p:ph type="dt" idx="18"/>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62" name="Picture 7"/>
          <p:cNvPicPr/>
          <p:nvPr/>
        </p:nvPicPr>
        <p:blipFill>
          <a:blip r:embed="rId4"/>
          <a:srcRect l="3610"/>
          <a:stretch/>
        </p:blipFill>
        <p:spPr>
          <a:xfrm>
            <a:off x="0" y="2669760"/>
            <a:ext cx="4036320" cy="4187520"/>
          </a:xfrm>
          <a:prstGeom prst="rect">
            <a:avLst/>
          </a:prstGeom>
          <a:ln w="0">
            <a:noFill/>
          </a:ln>
        </p:spPr>
      </p:pic>
      <p:pic>
        <p:nvPicPr>
          <p:cNvPr id="63" name="Picture 6"/>
          <p:cNvPicPr/>
          <p:nvPr/>
        </p:nvPicPr>
        <p:blipFill>
          <a:blip r:embed="rId5"/>
          <a:srcRect l="35647"/>
          <a:stretch/>
        </p:blipFill>
        <p:spPr>
          <a:xfrm>
            <a:off x="0" y="2892240"/>
            <a:ext cx="1521720" cy="2364840"/>
          </a:xfrm>
          <a:prstGeom prst="rect">
            <a:avLst/>
          </a:prstGeom>
          <a:ln w="0">
            <a:noFill/>
          </a:ln>
        </p:spPr>
      </p:pic>
      <p:sp>
        <p:nvSpPr>
          <p:cNvPr id="64"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65" name="Picture 8"/>
          <p:cNvPicPr/>
          <p:nvPr/>
        </p:nvPicPr>
        <p:blipFill>
          <a:blip r:embed="rId6"/>
          <a:srcRect t="28812"/>
          <a:stretch/>
        </p:blipFill>
        <p:spPr>
          <a:xfrm>
            <a:off x="7999560" y="0"/>
            <a:ext cx="1602720" cy="1140840"/>
          </a:xfrm>
          <a:prstGeom prst="rect">
            <a:avLst/>
          </a:prstGeom>
          <a:ln w="0">
            <a:noFill/>
          </a:ln>
        </p:spPr>
      </p:pic>
      <p:pic>
        <p:nvPicPr>
          <p:cNvPr id="66" name="Picture 9"/>
          <p:cNvPicPr/>
          <p:nvPr/>
        </p:nvPicPr>
        <p:blipFill>
          <a:blip r:embed="rId7"/>
          <a:srcRect b="23333"/>
          <a:stretch/>
        </p:blipFill>
        <p:spPr>
          <a:xfrm>
            <a:off x="8605800" y="6095880"/>
            <a:ext cx="992880" cy="761400"/>
          </a:xfrm>
          <a:prstGeom prst="rect">
            <a:avLst/>
          </a:prstGeom>
          <a:ln w="0">
            <a:noFill/>
          </a:ln>
        </p:spPr>
      </p:pic>
      <p:sp>
        <p:nvSpPr>
          <p:cNvPr id="67"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cxnSp>
        <p:nvCxnSpPr>
          <p:cNvPr id="68" name="Straight Connector 18"/>
          <p:cNvCxnSpPr/>
          <p:nvPr/>
        </p:nvCxnSpPr>
        <p:spPr>
          <a:xfrm>
            <a:off x="3726000" y="2133360"/>
            <a:ext cx="720" cy="3963240"/>
          </a:xfrm>
          <a:prstGeom prst="straightConnector1">
            <a:avLst/>
          </a:prstGeom>
          <a:ln w="12700" cap="rnd">
            <a:solidFill>
              <a:srgbClr val="8AD0D6">
                <a:alpha val="40000"/>
              </a:srgbClr>
            </a:solidFill>
            <a:round/>
          </a:ln>
        </p:spPr>
      </p:cxnSp>
      <p:cxnSp>
        <p:nvCxnSpPr>
          <p:cNvPr id="69" name="Straight Connector 19"/>
          <p:cNvCxnSpPr/>
          <p:nvPr/>
        </p:nvCxnSpPr>
        <p:spPr>
          <a:xfrm>
            <a:off x="6962040" y="2133360"/>
            <a:ext cx="720" cy="3967560"/>
          </a:xfrm>
          <a:prstGeom prst="straightConnector1">
            <a:avLst/>
          </a:prstGeom>
          <a:ln w="12700" cap="rnd">
            <a:solidFill>
              <a:srgbClr val="8AD0D6">
                <a:alpha val="40000"/>
              </a:srgbClr>
            </a:solidFill>
            <a:round/>
          </a:ln>
        </p:spPr>
      </p:cxnSp>
      <p:sp>
        <p:nvSpPr>
          <p:cNvPr id="70" name="PlaceHolder 1"/>
          <p:cNvSpPr>
            <a:spLocks noGrp="1"/>
          </p:cNvSpPr>
          <p:nvPr>
            <p:ph type="ftr" idx="19"/>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71" name="PlaceHolder 2"/>
          <p:cNvSpPr>
            <a:spLocks noGrp="1"/>
          </p:cNvSpPr>
          <p:nvPr>
            <p:ph type="sldNum" idx="20"/>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F173AE46-2287-43DD-A7C8-1CFC990067DF}"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72" name="PlaceHolder 3"/>
          <p:cNvSpPr>
            <a:spLocks noGrp="1"/>
          </p:cNvSpPr>
          <p:nvPr>
            <p:ph type="dt" idx="21"/>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73" name="Picture 7"/>
          <p:cNvPicPr/>
          <p:nvPr/>
        </p:nvPicPr>
        <p:blipFill>
          <a:blip r:embed="rId4"/>
          <a:srcRect l="3610"/>
          <a:stretch/>
        </p:blipFill>
        <p:spPr>
          <a:xfrm>
            <a:off x="0" y="2669760"/>
            <a:ext cx="4036320" cy="4187520"/>
          </a:xfrm>
          <a:prstGeom prst="rect">
            <a:avLst/>
          </a:prstGeom>
          <a:ln w="0">
            <a:noFill/>
          </a:ln>
        </p:spPr>
      </p:pic>
      <p:pic>
        <p:nvPicPr>
          <p:cNvPr id="74" name="Picture 6"/>
          <p:cNvPicPr/>
          <p:nvPr/>
        </p:nvPicPr>
        <p:blipFill>
          <a:blip r:embed="rId5"/>
          <a:srcRect l="35647"/>
          <a:stretch/>
        </p:blipFill>
        <p:spPr>
          <a:xfrm>
            <a:off x="0" y="2892240"/>
            <a:ext cx="1521720" cy="2364840"/>
          </a:xfrm>
          <a:prstGeom prst="rect">
            <a:avLst/>
          </a:prstGeom>
          <a:ln w="0">
            <a:noFill/>
          </a:ln>
        </p:spPr>
      </p:pic>
      <p:sp>
        <p:nvSpPr>
          <p:cNvPr id="75"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76" name="Picture 8"/>
          <p:cNvPicPr/>
          <p:nvPr/>
        </p:nvPicPr>
        <p:blipFill>
          <a:blip r:embed="rId6"/>
          <a:srcRect t="28812"/>
          <a:stretch/>
        </p:blipFill>
        <p:spPr>
          <a:xfrm>
            <a:off x="7999560" y="0"/>
            <a:ext cx="1602720" cy="1140840"/>
          </a:xfrm>
          <a:prstGeom prst="rect">
            <a:avLst/>
          </a:prstGeom>
          <a:ln w="0">
            <a:noFill/>
          </a:ln>
        </p:spPr>
      </p:pic>
      <p:pic>
        <p:nvPicPr>
          <p:cNvPr id="77" name="Picture 9"/>
          <p:cNvPicPr/>
          <p:nvPr/>
        </p:nvPicPr>
        <p:blipFill>
          <a:blip r:embed="rId7"/>
          <a:srcRect b="23333"/>
          <a:stretch/>
        </p:blipFill>
        <p:spPr>
          <a:xfrm>
            <a:off x="8605800" y="6095880"/>
            <a:ext cx="992880" cy="761400"/>
          </a:xfrm>
          <a:prstGeom prst="rect">
            <a:avLst/>
          </a:prstGeom>
          <a:ln w="0">
            <a:noFill/>
          </a:ln>
        </p:spPr>
      </p:pic>
      <p:sp>
        <p:nvSpPr>
          <p:cNvPr id="78"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79" name="PlaceHolder 1"/>
          <p:cNvSpPr>
            <a:spLocks noGrp="1"/>
          </p:cNvSpPr>
          <p:nvPr>
            <p:ph type="ftr" idx="22"/>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80" name="PlaceHolder 2"/>
          <p:cNvSpPr>
            <a:spLocks noGrp="1"/>
          </p:cNvSpPr>
          <p:nvPr>
            <p:ph type="sldNum" idx="23"/>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79FBBC67-4935-4BD7-A6FC-003D888A028D}"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81" name="PlaceHolder 3"/>
          <p:cNvSpPr>
            <a:spLocks noGrp="1"/>
          </p:cNvSpPr>
          <p:nvPr>
            <p:ph type="dt" idx="24"/>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82" name="Picture 7"/>
          <p:cNvPicPr/>
          <p:nvPr/>
        </p:nvPicPr>
        <p:blipFill>
          <a:blip r:embed="rId4"/>
          <a:srcRect l="3610"/>
          <a:stretch/>
        </p:blipFill>
        <p:spPr>
          <a:xfrm>
            <a:off x="0" y="2669760"/>
            <a:ext cx="4036320" cy="4187520"/>
          </a:xfrm>
          <a:prstGeom prst="rect">
            <a:avLst/>
          </a:prstGeom>
          <a:ln w="0">
            <a:noFill/>
          </a:ln>
        </p:spPr>
      </p:pic>
      <p:pic>
        <p:nvPicPr>
          <p:cNvPr id="83" name="Picture 6"/>
          <p:cNvPicPr/>
          <p:nvPr/>
        </p:nvPicPr>
        <p:blipFill>
          <a:blip r:embed="rId5"/>
          <a:srcRect l="35647"/>
          <a:stretch/>
        </p:blipFill>
        <p:spPr>
          <a:xfrm>
            <a:off x="0" y="2892240"/>
            <a:ext cx="1521720" cy="2364840"/>
          </a:xfrm>
          <a:prstGeom prst="rect">
            <a:avLst/>
          </a:prstGeom>
          <a:ln w="0">
            <a:noFill/>
          </a:ln>
        </p:spPr>
      </p:pic>
      <p:sp>
        <p:nvSpPr>
          <p:cNvPr id="84"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85" name="Picture 8"/>
          <p:cNvPicPr/>
          <p:nvPr/>
        </p:nvPicPr>
        <p:blipFill>
          <a:blip r:embed="rId6"/>
          <a:srcRect t="28812"/>
          <a:stretch/>
        </p:blipFill>
        <p:spPr>
          <a:xfrm>
            <a:off x="7999560" y="0"/>
            <a:ext cx="1602720" cy="1140840"/>
          </a:xfrm>
          <a:prstGeom prst="rect">
            <a:avLst/>
          </a:prstGeom>
          <a:ln w="0">
            <a:noFill/>
          </a:ln>
        </p:spPr>
      </p:pic>
      <p:pic>
        <p:nvPicPr>
          <p:cNvPr id="86" name="Picture 9"/>
          <p:cNvPicPr/>
          <p:nvPr/>
        </p:nvPicPr>
        <p:blipFill>
          <a:blip r:embed="rId7"/>
          <a:srcRect b="23333"/>
          <a:stretch/>
        </p:blipFill>
        <p:spPr>
          <a:xfrm>
            <a:off x="8605800" y="6095880"/>
            <a:ext cx="992880" cy="761400"/>
          </a:xfrm>
          <a:prstGeom prst="rect">
            <a:avLst/>
          </a:prstGeom>
          <a:ln w="0">
            <a:noFill/>
          </a:ln>
        </p:spPr>
      </p:pic>
      <p:sp>
        <p:nvSpPr>
          <p:cNvPr id="87"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88" name="PlaceHolder 1"/>
          <p:cNvSpPr>
            <a:spLocks noGrp="1"/>
          </p:cNvSpPr>
          <p:nvPr>
            <p:ph type="ftr" idx="25"/>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89" name="PlaceHolder 2"/>
          <p:cNvSpPr>
            <a:spLocks noGrp="1"/>
          </p:cNvSpPr>
          <p:nvPr>
            <p:ph type="sldNum" idx="26"/>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67A35036-6814-4202-8FB7-4A979B9247D3}"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90" name="PlaceHolder 3"/>
          <p:cNvSpPr>
            <a:spLocks noGrp="1"/>
          </p:cNvSpPr>
          <p:nvPr>
            <p:ph type="dt" idx="27"/>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104" name="Picture 7"/>
          <p:cNvPicPr/>
          <p:nvPr/>
        </p:nvPicPr>
        <p:blipFill>
          <a:blip r:embed="rId4"/>
          <a:srcRect l="3610"/>
          <a:stretch/>
        </p:blipFill>
        <p:spPr>
          <a:xfrm>
            <a:off x="0" y="2669760"/>
            <a:ext cx="4036320" cy="4187520"/>
          </a:xfrm>
          <a:prstGeom prst="rect">
            <a:avLst/>
          </a:prstGeom>
          <a:ln w="0">
            <a:noFill/>
          </a:ln>
        </p:spPr>
      </p:pic>
      <p:pic>
        <p:nvPicPr>
          <p:cNvPr id="105" name="Picture 6"/>
          <p:cNvPicPr/>
          <p:nvPr/>
        </p:nvPicPr>
        <p:blipFill>
          <a:blip r:embed="rId5"/>
          <a:srcRect l="35647"/>
          <a:stretch/>
        </p:blipFill>
        <p:spPr>
          <a:xfrm>
            <a:off x="0" y="2892240"/>
            <a:ext cx="1521720" cy="2364840"/>
          </a:xfrm>
          <a:prstGeom prst="rect">
            <a:avLst/>
          </a:prstGeom>
          <a:ln w="0">
            <a:noFill/>
          </a:ln>
        </p:spPr>
      </p:pic>
      <p:sp>
        <p:nvSpPr>
          <p:cNvPr id="106"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107" name="Picture 8"/>
          <p:cNvPicPr/>
          <p:nvPr/>
        </p:nvPicPr>
        <p:blipFill>
          <a:blip r:embed="rId6"/>
          <a:srcRect t="28812"/>
          <a:stretch/>
        </p:blipFill>
        <p:spPr>
          <a:xfrm>
            <a:off x="7999560" y="0"/>
            <a:ext cx="1602720" cy="1140840"/>
          </a:xfrm>
          <a:prstGeom prst="rect">
            <a:avLst/>
          </a:prstGeom>
          <a:ln w="0">
            <a:noFill/>
          </a:ln>
        </p:spPr>
      </p:pic>
      <p:pic>
        <p:nvPicPr>
          <p:cNvPr id="108" name="Picture 9"/>
          <p:cNvPicPr/>
          <p:nvPr/>
        </p:nvPicPr>
        <p:blipFill>
          <a:blip r:embed="rId7"/>
          <a:srcRect b="23333"/>
          <a:stretch/>
        </p:blipFill>
        <p:spPr>
          <a:xfrm>
            <a:off x="8605800" y="6095880"/>
            <a:ext cx="992880" cy="761400"/>
          </a:xfrm>
          <a:prstGeom prst="rect">
            <a:avLst/>
          </a:prstGeom>
          <a:ln w="0">
            <a:noFill/>
          </a:ln>
        </p:spPr>
      </p:pic>
      <p:sp>
        <p:nvSpPr>
          <p:cNvPr id="109"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110" name="PlaceHolder 1"/>
          <p:cNvSpPr>
            <a:spLocks noGrp="1"/>
          </p:cNvSpPr>
          <p:nvPr>
            <p:ph type="ftr" idx="31"/>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111" name="PlaceHolder 2"/>
          <p:cNvSpPr>
            <a:spLocks noGrp="1"/>
          </p:cNvSpPr>
          <p:nvPr>
            <p:ph type="sldNum" idx="32"/>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CE03BAA7-05D8-4236-93C8-885872AEA629}"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112" name="PlaceHolder 3"/>
          <p:cNvSpPr>
            <a:spLocks noGrp="1"/>
          </p:cNvSpPr>
          <p:nvPr>
            <p:ph type="dt" idx="33"/>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128" name="Picture 7"/>
          <p:cNvPicPr/>
          <p:nvPr/>
        </p:nvPicPr>
        <p:blipFill>
          <a:blip r:embed="rId4"/>
          <a:srcRect l="3610"/>
          <a:stretch/>
        </p:blipFill>
        <p:spPr>
          <a:xfrm>
            <a:off x="0" y="2669760"/>
            <a:ext cx="4036320" cy="4187520"/>
          </a:xfrm>
          <a:prstGeom prst="rect">
            <a:avLst/>
          </a:prstGeom>
          <a:ln w="0">
            <a:noFill/>
          </a:ln>
        </p:spPr>
      </p:pic>
      <p:pic>
        <p:nvPicPr>
          <p:cNvPr id="129" name="Picture 6"/>
          <p:cNvPicPr/>
          <p:nvPr/>
        </p:nvPicPr>
        <p:blipFill>
          <a:blip r:embed="rId5"/>
          <a:srcRect l="35647"/>
          <a:stretch/>
        </p:blipFill>
        <p:spPr>
          <a:xfrm>
            <a:off x="0" y="2892240"/>
            <a:ext cx="1521720" cy="2364840"/>
          </a:xfrm>
          <a:prstGeom prst="rect">
            <a:avLst/>
          </a:prstGeom>
          <a:ln w="0">
            <a:noFill/>
          </a:ln>
        </p:spPr>
      </p:pic>
      <p:sp>
        <p:nvSpPr>
          <p:cNvPr id="130"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131" name="Picture 8"/>
          <p:cNvPicPr/>
          <p:nvPr/>
        </p:nvPicPr>
        <p:blipFill>
          <a:blip r:embed="rId6"/>
          <a:srcRect t="28812"/>
          <a:stretch/>
        </p:blipFill>
        <p:spPr>
          <a:xfrm>
            <a:off x="7999560" y="0"/>
            <a:ext cx="1602720" cy="1140840"/>
          </a:xfrm>
          <a:prstGeom prst="rect">
            <a:avLst/>
          </a:prstGeom>
          <a:ln w="0">
            <a:noFill/>
          </a:ln>
        </p:spPr>
      </p:pic>
      <p:pic>
        <p:nvPicPr>
          <p:cNvPr id="132" name="Picture 9"/>
          <p:cNvPicPr/>
          <p:nvPr/>
        </p:nvPicPr>
        <p:blipFill>
          <a:blip r:embed="rId7"/>
          <a:srcRect b="23333"/>
          <a:stretch/>
        </p:blipFill>
        <p:spPr>
          <a:xfrm>
            <a:off x="8605800" y="6095880"/>
            <a:ext cx="992880" cy="761400"/>
          </a:xfrm>
          <a:prstGeom prst="rect">
            <a:avLst/>
          </a:prstGeom>
          <a:ln w="0">
            <a:noFill/>
          </a:ln>
        </p:spPr>
      </p:pic>
      <p:sp>
        <p:nvSpPr>
          <p:cNvPr id="133"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134" name="PlaceHolder 1"/>
          <p:cNvSpPr>
            <a:spLocks noGrp="1"/>
          </p:cNvSpPr>
          <p:nvPr>
            <p:ph type="ftr" idx="37"/>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135" name="PlaceHolder 2"/>
          <p:cNvSpPr>
            <a:spLocks noGrp="1"/>
          </p:cNvSpPr>
          <p:nvPr>
            <p:ph type="sldNum" idx="38"/>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223CE9F7-0FEE-4E1E-AE88-65C0BC204851}"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136" name="PlaceHolder 3"/>
          <p:cNvSpPr>
            <a:spLocks noGrp="1"/>
          </p:cNvSpPr>
          <p:nvPr>
            <p:ph type="dt" idx="39"/>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
        <p:nvSpPr>
          <p:cNvPr id="13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ZA" sz="4400" b="0" strike="noStrike" spc="-1">
                <a:solidFill>
                  <a:srgbClr val="FFFFFF"/>
                </a:solidFill>
                <a:latin typeface="Arial"/>
              </a:rPr>
              <a:t>Click to edit the title text format</a:t>
            </a:r>
          </a:p>
        </p:txBody>
      </p:sp>
      <p:sp>
        <p:nvSpPr>
          <p:cNvPr id="13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ZA" sz="3200" b="0" strike="noStrike" spc="-1">
                <a:solidFill>
                  <a:srgbClr val="FFFFFF"/>
                </a:solidFill>
                <a:latin typeface="Arial"/>
              </a:rPr>
              <a:t>Click to edit the outline text format</a:t>
            </a:r>
          </a:p>
          <a:p>
            <a:pPr marL="864000" lvl="1" indent="-324000">
              <a:spcBef>
                <a:spcPts val="1134"/>
              </a:spcBef>
              <a:buClr>
                <a:srgbClr val="FFFFFF"/>
              </a:buClr>
              <a:buSzPct val="75000"/>
              <a:buFont typeface="Symbol" charset="2"/>
              <a:buChar char=""/>
            </a:pPr>
            <a:r>
              <a:rPr lang="en-ZA" sz="2800" b="0" strike="noStrike" spc="-1">
                <a:solidFill>
                  <a:srgbClr val="FFFFFF"/>
                </a:solidFill>
                <a:latin typeface="Arial"/>
              </a:rPr>
              <a:t>Second Outline Level</a:t>
            </a:r>
          </a:p>
          <a:p>
            <a:pPr marL="1296000" lvl="2" indent="-288000">
              <a:spcBef>
                <a:spcPts val="850"/>
              </a:spcBef>
              <a:buClr>
                <a:srgbClr val="FFFFFF"/>
              </a:buClr>
              <a:buSzPct val="45000"/>
              <a:buFont typeface="Wingdings" charset="2"/>
              <a:buChar char=""/>
            </a:pPr>
            <a:r>
              <a:rPr lang="en-ZA" sz="2400" b="0" strike="noStrike" spc="-1">
                <a:solidFill>
                  <a:srgbClr val="FFFFFF"/>
                </a:solidFill>
                <a:latin typeface="Arial"/>
              </a:rPr>
              <a:t>Third Outline Level</a:t>
            </a:r>
          </a:p>
          <a:p>
            <a:pPr marL="1728000" lvl="3" indent="-216000">
              <a:spcBef>
                <a:spcPts val="567"/>
              </a:spcBef>
              <a:buClr>
                <a:srgbClr val="FFFFFF"/>
              </a:buClr>
              <a:buSzPct val="75000"/>
              <a:buFont typeface="Symbol" charset="2"/>
              <a:buChar char=""/>
            </a:pPr>
            <a:r>
              <a:rPr lang="en-ZA" sz="2000" b="0" strike="noStrike" spc="-1">
                <a:solidFill>
                  <a:srgbClr val="FFFFFF"/>
                </a:solidFill>
                <a:latin typeface="Arial"/>
              </a:rPr>
              <a:t>Fourth Outline Level</a:t>
            </a:r>
          </a:p>
          <a:p>
            <a:pPr marL="2160000" lvl="4" indent="-216000">
              <a:spcBef>
                <a:spcPts val="283"/>
              </a:spcBef>
              <a:buClr>
                <a:srgbClr val="FFFFFF"/>
              </a:buClr>
              <a:buSzPct val="45000"/>
              <a:buFont typeface="Wingdings" charset="2"/>
              <a:buChar char=""/>
            </a:pPr>
            <a:r>
              <a:rPr lang="en-ZA" sz="2000" b="0" strike="noStrike" spc="-1">
                <a:solidFill>
                  <a:srgbClr val="FFFFFF"/>
                </a:solidFill>
                <a:latin typeface="Arial"/>
              </a:rPr>
              <a:t>Fifth Outline Level</a:t>
            </a:r>
          </a:p>
          <a:p>
            <a:pPr marL="2592000" lvl="5" indent="-216000">
              <a:spcBef>
                <a:spcPts val="283"/>
              </a:spcBef>
              <a:buClr>
                <a:srgbClr val="FFFFFF"/>
              </a:buClr>
              <a:buSzPct val="45000"/>
              <a:buFont typeface="Wingdings" charset="2"/>
              <a:buChar char=""/>
            </a:pPr>
            <a:r>
              <a:rPr lang="en-ZA" sz="2000" b="0" strike="noStrike" spc="-1">
                <a:solidFill>
                  <a:srgbClr val="FFFFFF"/>
                </a:solidFill>
                <a:latin typeface="Arial"/>
              </a:rPr>
              <a:t>Sixth Outline Level</a:t>
            </a:r>
          </a:p>
          <a:p>
            <a:pPr marL="3024000" lvl="6" indent="-216000">
              <a:spcBef>
                <a:spcPts val="283"/>
              </a:spcBef>
              <a:buClr>
                <a:srgbClr val="FFFFFF"/>
              </a:buClr>
              <a:buSzPct val="45000"/>
              <a:buFont typeface="Wingdings" charset="2"/>
              <a:buChar char=""/>
            </a:pPr>
            <a:r>
              <a:rPr lang="en-ZA" sz="2000" b="0" strike="noStrike" spc="-1">
                <a:solidFill>
                  <a:srgbClr val="FFFFFF"/>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139" name="Picture 7"/>
          <p:cNvPicPr/>
          <p:nvPr/>
        </p:nvPicPr>
        <p:blipFill>
          <a:blip r:embed="rId4"/>
          <a:srcRect l="3610"/>
          <a:stretch/>
        </p:blipFill>
        <p:spPr>
          <a:xfrm>
            <a:off x="0" y="2669760"/>
            <a:ext cx="4036320" cy="4187520"/>
          </a:xfrm>
          <a:prstGeom prst="rect">
            <a:avLst/>
          </a:prstGeom>
          <a:ln w="0">
            <a:noFill/>
          </a:ln>
        </p:spPr>
      </p:pic>
      <p:pic>
        <p:nvPicPr>
          <p:cNvPr id="140" name="Picture 6"/>
          <p:cNvPicPr/>
          <p:nvPr/>
        </p:nvPicPr>
        <p:blipFill>
          <a:blip r:embed="rId5"/>
          <a:srcRect l="35647"/>
          <a:stretch/>
        </p:blipFill>
        <p:spPr>
          <a:xfrm>
            <a:off x="0" y="2892240"/>
            <a:ext cx="1521720" cy="2364840"/>
          </a:xfrm>
          <a:prstGeom prst="rect">
            <a:avLst/>
          </a:prstGeom>
          <a:ln w="0">
            <a:noFill/>
          </a:ln>
        </p:spPr>
      </p:pic>
      <p:sp>
        <p:nvSpPr>
          <p:cNvPr id="141"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142" name="Picture 8"/>
          <p:cNvPicPr/>
          <p:nvPr/>
        </p:nvPicPr>
        <p:blipFill>
          <a:blip r:embed="rId6"/>
          <a:srcRect t="28812"/>
          <a:stretch/>
        </p:blipFill>
        <p:spPr>
          <a:xfrm>
            <a:off x="7999560" y="0"/>
            <a:ext cx="1602720" cy="1140840"/>
          </a:xfrm>
          <a:prstGeom prst="rect">
            <a:avLst/>
          </a:prstGeom>
          <a:ln w="0">
            <a:noFill/>
          </a:ln>
        </p:spPr>
      </p:pic>
      <p:pic>
        <p:nvPicPr>
          <p:cNvPr id="143" name="Picture 9"/>
          <p:cNvPicPr/>
          <p:nvPr/>
        </p:nvPicPr>
        <p:blipFill>
          <a:blip r:embed="rId7"/>
          <a:srcRect b="23333"/>
          <a:stretch/>
        </p:blipFill>
        <p:spPr>
          <a:xfrm>
            <a:off x="8605800" y="6095880"/>
            <a:ext cx="992880" cy="761400"/>
          </a:xfrm>
          <a:prstGeom prst="rect">
            <a:avLst/>
          </a:prstGeom>
          <a:ln w="0">
            <a:noFill/>
          </a:ln>
        </p:spPr>
      </p:pic>
      <p:sp>
        <p:nvSpPr>
          <p:cNvPr id="144"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145" name="PlaceHolder 1"/>
          <p:cNvSpPr>
            <a:spLocks noGrp="1"/>
          </p:cNvSpPr>
          <p:nvPr>
            <p:ph type="title"/>
          </p:nvPr>
        </p:nvSpPr>
        <p:spPr>
          <a:xfrm>
            <a:off x="646200" y="452880"/>
            <a:ext cx="9403920" cy="1399680"/>
          </a:xfrm>
          <a:prstGeom prst="rect">
            <a:avLst/>
          </a:prstGeom>
          <a:noFill/>
          <a:ln w="0">
            <a:noFill/>
          </a:ln>
        </p:spPr>
        <p:txBody>
          <a:bodyPr lIns="0" tIns="0" rIns="0" bIns="0" anchor="ctr">
            <a:noAutofit/>
          </a:bodyPr>
          <a:lstStyle/>
          <a:p>
            <a:pPr indent="0">
              <a:buNone/>
            </a:pPr>
            <a:r>
              <a:rPr lang="en-ZA" sz="1800" b="0" strike="noStrike" spc="-1">
                <a:solidFill>
                  <a:srgbClr val="FFFFFF"/>
                </a:solidFill>
                <a:latin typeface="Arial"/>
              </a:rPr>
              <a:t>Click to edit the title text format</a:t>
            </a:r>
          </a:p>
        </p:txBody>
      </p:sp>
      <p:sp>
        <p:nvSpPr>
          <p:cNvPr id="146" name="PlaceHolder 2"/>
          <p:cNvSpPr>
            <a:spLocks noGrp="1"/>
          </p:cNvSpPr>
          <p:nvPr>
            <p:ph type="ftr" idx="40"/>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147" name="PlaceHolder 3"/>
          <p:cNvSpPr>
            <a:spLocks noGrp="1"/>
          </p:cNvSpPr>
          <p:nvPr>
            <p:ph type="sldNum" idx="41"/>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DF241B66-047D-416A-988C-B98E54FE42BE}"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148" name="PlaceHolder 4"/>
          <p:cNvSpPr>
            <a:spLocks noGrp="1"/>
          </p:cNvSpPr>
          <p:nvPr>
            <p:ph type="dt" idx="42"/>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150" name="Picture 7"/>
          <p:cNvPicPr/>
          <p:nvPr/>
        </p:nvPicPr>
        <p:blipFill>
          <a:blip r:embed="rId4"/>
          <a:srcRect l="3610"/>
          <a:stretch/>
        </p:blipFill>
        <p:spPr>
          <a:xfrm>
            <a:off x="0" y="2669760"/>
            <a:ext cx="4036320" cy="4187520"/>
          </a:xfrm>
          <a:prstGeom prst="rect">
            <a:avLst/>
          </a:prstGeom>
          <a:ln w="0">
            <a:noFill/>
          </a:ln>
        </p:spPr>
      </p:pic>
      <p:pic>
        <p:nvPicPr>
          <p:cNvPr id="151" name="Picture 6"/>
          <p:cNvPicPr/>
          <p:nvPr/>
        </p:nvPicPr>
        <p:blipFill>
          <a:blip r:embed="rId5"/>
          <a:srcRect l="35647"/>
          <a:stretch/>
        </p:blipFill>
        <p:spPr>
          <a:xfrm>
            <a:off x="0" y="2892240"/>
            <a:ext cx="1521720" cy="2364840"/>
          </a:xfrm>
          <a:prstGeom prst="rect">
            <a:avLst/>
          </a:prstGeom>
          <a:ln w="0">
            <a:noFill/>
          </a:ln>
        </p:spPr>
      </p:pic>
      <p:sp>
        <p:nvSpPr>
          <p:cNvPr id="152"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153" name="Picture 8"/>
          <p:cNvPicPr/>
          <p:nvPr/>
        </p:nvPicPr>
        <p:blipFill>
          <a:blip r:embed="rId6"/>
          <a:srcRect t="28812"/>
          <a:stretch/>
        </p:blipFill>
        <p:spPr>
          <a:xfrm>
            <a:off x="7999560" y="0"/>
            <a:ext cx="1602720" cy="1140840"/>
          </a:xfrm>
          <a:prstGeom prst="rect">
            <a:avLst/>
          </a:prstGeom>
          <a:ln w="0">
            <a:noFill/>
          </a:ln>
        </p:spPr>
      </p:pic>
      <p:pic>
        <p:nvPicPr>
          <p:cNvPr id="154" name="Picture 9"/>
          <p:cNvPicPr/>
          <p:nvPr/>
        </p:nvPicPr>
        <p:blipFill>
          <a:blip r:embed="rId7"/>
          <a:srcRect b="23333"/>
          <a:stretch/>
        </p:blipFill>
        <p:spPr>
          <a:xfrm>
            <a:off x="8605800" y="6095880"/>
            <a:ext cx="992880" cy="761400"/>
          </a:xfrm>
          <a:prstGeom prst="rect">
            <a:avLst/>
          </a:prstGeom>
          <a:ln w="0">
            <a:noFill/>
          </a:ln>
        </p:spPr>
      </p:pic>
      <p:sp>
        <p:nvSpPr>
          <p:cNvPr id="155"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156" name="PlaceHolder 1"/>
          <p:cNvSpPr>
            <a:spLocks noGrp="1"/>
          </p:cNvSpPr>
          <p:nvPr>
            <p:ph type="ftr" idx="43"/>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157" name="PlaceHolder 2"/>
          <p:cNvSpPr>
            <a:spLocks noGrp="1"/>
          </p:cNvSpPr>
          <p:nvPr>
            <p:ph type="sldNum" idx="44"/>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DE6F6BEB-198E-40DA-A45B-257E850A2F0F}"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158" name="PlaceHolder 3"/>
          <p:cNvSpPr>
            <a:spLocks noGrp="1"/>
          </p:cNvSpPr>
          <p:nvPr>
            <p:ph type="dt" idx="45"/>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159" name="Picture 7"/>
          <p:cNvPicPr/>
          <p:nvPr/>
        </p:nvPicPr>
        <p:blipFill>
          <a:blip r:embed="rId4"/>
          <a:srcRect l="3610"/>
          <a:stretch/>
        </p:blipFill>
        <p:spPr>
          <a:xfrm>
            <a:off x="0" y="2669760"/>
            <a:ext cx="4036320" cy="4187520"/>
          </a:xfrm>
          <a:prstGeom prst="rect">
            <a:avLst/>
          </a:prstGeom>
          <a:ln w="0">
            <a:noFill/>
          </a:ln>
        </p:spPr>
      </p:pic>
      <p:pic>
        <p:nvPicPr>
          <p:cNvPr id="160" name="Picture 6"/>
          <p:cNvPicPr/>
          <p:nvPr/>
        </p:nvPicPr>
        <p:blipFill>
          <a:blip r:embed="rId5"/>
          <a:srcRect l="35647"/>
          <a:stretch/>
        </p:blipFill>
        <p:spPr>
          <a:xfrm>
            <a:off x="0" y="2892240"/>
            <a:ext cx="1521720" cy="2364840"/>
          </a:xfrm>
          <a:prstGeom prst="rect">
            <a:avLst/>
          </a:prstGeom>
          <a:ln w="0">
            <a:noFill/>
          </a:ln>
        </p:spPr>
      </p:pic>
      <p:sp>
        <p:nvSpPr>
          <p:cNvPr id="161"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162" name="Picture 8"/>
          <p:cNvPicPr/>
          <p:nvPr/>
        </p:nvPicPr>
        <p:blipFill>
          <a:blip r:embed="rId6"/>
          <a:srcRect t="28812"/>
          <a:stretch/>
        </p:blipFill>
        <p:spPr>
          <a:xfrm>
            <a:off x="7999560" y="0"/>
            <a:ext cx="1602720" cy="1140840"/>
          </a:xfrm>
          <a:prstGeom prst="rect">
            <a:avLst/>
          </a:prstGeom>
          <a:ln w="0">
            <a:noFill/>
          </a:ln>
        </p:spPr>
      </p:pic>
      <p:pic>
        <p:nvPicPr>
          <p:cNvPr id="163" name="Picture 9"/>
          <p:cNvPicPr/>
          <p:nvPr/>
        </p:nvPicPr>
        <p:blipFill>
          <a:blip r:embed="rId7"/>
          <a:srcRect b="23333"/>
          <a:stretch/>
        </p:blipFill>
        <p:spPr>
          <a:xfrm>
            <a:off x="8605800" y="6095880"/>
            <a:ext cx="992880" cy="761400"/>
          </a:xfrm>
          <a:prstGeom prst="rect">
            <a:avLst/>
          </a:prstGeom>
          <a:ln w="0">
            <a:noFill/>
          </a:ln>
        </p:spPr>
      </p:pic>
      <p:sp>
        <p:nvSpPr>
          <p:cNvPr id="164"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165" name="PlaceHolder 1"/>
          <p:cNvSpPr>
            <a:spLocks noGrp="1"/>
          </p:cNvSpPr>
          <p:nvPr>
            <p:ph type="ftr" idx="46"/>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166" name="PlaceHolder 2"/>
          <p:cNvSpPr>
            <a:spLocks noGrp="1"/>
          </p:cNvSpPr>
          <p:nvPr>
            <p:ph type="sldNum" idx="47"/>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6C0FB9F0-CFCF-4FA9-BF4F-550EBC08060E}"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167" name="PlaceHolder 3"/>
          <p:cNvSpPr>
            <a:spLocks noGrp="1"/>
          </p:cNvSpPr>
          <p:nvPr>
            <p:ph type="dt" idx="48"/>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168" name="Picture 7"/>
          <p:cNvPicPr/>
          <p:nvPr/>
        </p:nvPicPr>
        <p:blipFill>
          <a:blip r:embed="rId4"/>
          <a:srcRect l="3610"/>
          <a:stretch/>
        </p:blipFill>
        <p:spPr>
          <a:xfrm>
            <a:off x="0" y="2669760"/>
            <a:ext cx="4036320" cy="4187520"/>
          </a:xfrm>
          <a:prstGeom prst="rect">
            <a:avLst/>
          </a:prstGeom>
          <a:ln w="0">
            <a:noFill/>
          </a:ln>
        </p:spPr>
      </p:pic>
      <p:pic>
        <p:nvPicPr>
          <p:cNvPr id="169" name="Picture 6"/>
          <p:cNvPicPr/>
          <p:nvPr/>
        </p:nvPicPr>
        <p:blipFill>
          <a:blip r:embed="rId5"/>
          <a:srcRect l="35647"/>
          <a:stretch/>
        </p:blipFill>
        <p:spPr>
          <a:xfrm>
            <a:off x="0" y="2892240"/>
            <a:ext cx="1521720" cy="2364840"/>
          </a:xfrm>
          <a:prstGeom prst="rect">
            <a:avLst/>
          </a:prstGeom>
          <a:ln w="0">
            <a:noFill/>
          </a:ln>
        </p:spPr>
      </p:pic>
      <p:sp>
        <p:nvSpPr>
          <p:cNvPr id="170" name="Oval 15"/>
          <p:cNvSpPr/>
          <p:nvPr/>
        </p:nvSpPr>
        <p:spPr>
          <a:xfrm>
            <a:off x="8609040" y="1676520"/>
            <a:ext cx="2818800" cy="2818800"/>
          </a:xfrm>
          <a:prstGeom prst="ellipse">
            <a:avLst/>
          </a:prstGeom>
          <a:gradFill rotWithShape="0">
            <a:gsLst>
              <a:gs pos="0">
                <a:srgbClr val="50B9C1">
                  <a:alpha val="7000"/>
                </a:srgbClr>
              </a:gs>
              <a:gs pos="36000">
                <a:srgbClr val="50B9C1">
                  <a:alpha val="6000"/>
                </a:srgbClr>
              </a:gs>
              <a:gs pos="69000">
                <a:srgbClr val="50B9C1">
                  <a:alpha val="0"/>
                </a:srgbClr>
              </a:gs>
            </a:gsLst>
            <a:path path="circle">
              <a:fillToRect l="50000" t="50000" r="50000" b="50000"/>
            </a:path>
          </a:gra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pic>
        <p:nvPicPr>
          <p:cNvPr id="171" name="Picture 8"/>
          <p:cNvPicPr/>
          <p:nvPr/>
        </p:nvPicPr>
        <p:blipFill>
          <a:blip r:embed="rId6"/>
          <a:srcRect t="28812"/>
          <a:stretch/>
        </p:blipFill>
        <p:spPr>
          <a:xfrm>
            <a:off x="7999560" y="0"/>
            <a:ext cx="1602720" cy="1140840"/>
          </a:xfrm>
          <a:prstGeom prst="rect">
            <a:avLst/>
          </a:prstGeom>
          <a:ln w="0">
            <a:noFill/>
          </a:ln>
        </p:spPr>
      </p:pic>
      <p:pic>
        <p:nvPicPr>
          <p:cNvPr id="172" name="Picture 9"/>
          <p:cNvPicPr/>
          <p:nvPr/>
        </p:nvPicPr>
        <p:blipFill>
          <a:blip r:embed="rId7"/>
          <a:srcRect b="23333"/>
          <a:stretch/>
        </p:blipFill>
        <p:spPr>
          <a:xfrm>
            <a:off x="8605800" y="6095880"/>
            <a:ext cx="992880" cy="761400"/>
          </a:xfrm>
          <a:prstGeom prst="rect">
            <a:avLst/>
          </a:prstGeom>
          <a:ln w="0">
            <a:noFill/>
          </a:ln>
        </p:spPr>
      </p:pic>
      <p:sp>
        <p:nvSpPr>
          <p:cNvPr id="173" name="Rectangle 13"/>
          <p:cNvSpPr/>
          <p:nvPr/>
        </p:nvSpPr>
        <p:spPr>
          <a:xfrm>
            <a:off x="10437840" y="0"/>
            <a:ext cx="685080" cy="1142280"/>
          </a:xfrm>
          <a:prstGeom prst="rect">
            <a:avLst/>
          </a:prstGeom>
          <a:solidFill>
            <a:schemeClr val="accent1"/>
          </a:solidFill>
          <a:ln>
            <a:noFill/>
          </a:ln>
          <a:effectLst>
            <a:outerShdw blurRad="38160" dist="25560" dir="5400000" rotWithShape="0">
              <a:srgbClr val="000000">
                <a:alpha val="4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pPr defTabSz="457200">
              <a:lnSpc>
                <a:spcPct val="100000"/>
              </a:lnSpc>
            </a:pPr>
            <a:endParaRPr lang="en-ZA" sz="1800" b="0" strike="noStrike" spc="-1">
              <a:solidFill>
                <a:schemeClr val="lt1"/>
              </a:solidFill>
              <a:latin typeface="Century Gothic"/>
            </a:endParaRPr>
          </a:p>
        </p:txBody>
      </p:sp>
      <p:sp>
        <p:nvSpPr>
          <p:cNvPr id="174" name="PlaceHolder 1"/>
          <p:cNvSpPr>
            <a:spLocks noGrp="1"/>
          </p:cNvSpPr>
          <p:nvPr>
            <p:ph type="ftr" idx="49"/>
          </p:nvPr>
        </p:nvSpPr>
        <p:spPr>
          <a:xfrm rot="5400000">
            <a:off x="8952120" y="3225240"/>
            <a:ext cx="3859200" cy="304200"/>
          </a:xfrm>
          <a:prstGeom prst="rect">
            <a:avLst/>
          </a:prstGeom>
          <a:noFill/>
          <a:ln w="0">
            <a:noFill/>
          </a:ln>
        </p:spPr>
        <p:txBody>
          <a:bodyPr lIns="91440" tIns="45720" rIns="91440" bIns="45720" anchor="b">
            <a:noAutofit/>
          </a:bodyPr>
          <a:lstStyle>
            <a:lvl1pPr indent="0" algn="ctr">
              <a:lnSpc>
                <a:spcPct val="100000"/>
              </a:lnSpc>
              <a:buNone/>
              <a:tabLst>
                <a:tab pos="0" algn="l"/>
              </a:tabLst>
              <a:defRPr lang="en-ZA" sz="1400" b="0" strike="noStrike" spc="-1">
                <a:solidFill>
                  <a:srgbClr val="FFFFFF"/>
                </a:solidFill>
                <a:latin typeface="Times New Roman"/>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175" name="PlaceHolder 2"/>
          <p:cNvSpPr>
            <a:spLocks noGrp="1"/>
          </p:cNvSpPr>
          <p:nvPr>
            <p:ph type="sldNum" idx="50"/>
          </p:nvPr>
        </p:nvSpPr>
        <p:spPr>
          <a:xfrm>
            <a:off x="10352520" y="295560"/>
            <a:ext cx="837360" cy="766800"/>
          </a:xfrm>
          <a:prstGeom prst="rect">
            <a:avLst/>
          </a:prstGeom>
          <a:noFill/>
          <a:ln w="0">
            <a:noFill/>
          </a:ln>
        </p:spPr>
        <p:txBody>
          <a:bodyPr lIns="91440" tIns="45720" rIns="91440" bIns="45720" anchor="b">
            <a:noAutofit/>
          </a:bodyPr>
          <a:lstStyle>
            <a:lvl1pPr indent="0" algn="ctr" defTabSz="457200">
              <a:lnSpc>
                <a:spcPct val="100000"/>
              </a:lnSpc>
              <a:buNone/>
              <a:tabLst>
                <a:tab pos="0" algn="l"/>
              </a:tabLst>
              <a:defRPr lang="en-ZA" sz="2800" b="0" strike="noStrike" spc="-1">
                <a:solidFill>
                  <a:schemeClr val="dk1">
                    <a:tint val="75000"/>
                  </a:schemeClr>
                </a:solidFill>
                <a:latin typeface="Century Gothic"/>
              </a:defRPr>
            </a:lvl1pPr>
          </a:lstStyle>
          <a:p>
            <a:pPr indent="0" algn="ctr" defTabSz="457200">
              <a:lnSpc>
                <a:spcPct val="100000"/>
              </a:lnSpc>
              <a:buNone/>
              <a:tabLst>
                <a:tab pos="0" algn="l"/>
              </a:tabLst>
            </a:pPr>
            <a:fld id="{998F3C63-C28A-4F4C-8336-D60CFBC08CF5}" type="slidenum">
              <a:rPr lang="en-ZA" sz="2800" b="0" strike="noStrike" spc="-1">
                <a:solidFill>
                  <a:schemeClr val="dk1">
                    <a:tint val="75000"/>
                  </a:schemeClr>
                </a:solidFill>
                <a:latin typeface="Century Gothic"/>
              </a:rPr>
              <a:t>‹#›</a:t>
            </a:fld>
            <a:endParaRPr lang="en-ZA" sz="2800" b="0" strike="noStrike" spc="-1">
              <a:solidFill>
                <a:srgbClr val="FFFFFF"/>
              </a:solidFill>
              <a:latin typeface="Times New Roman"/>
            </a:endParaRPr>
          </a:p>
        </p:txBody>
      </p:sp>
      <p:sp>
        <p:nvSpPr>
          <p:cNvPr id="176" name="PlaceHolder 3"/>
          <p:cNvSpPr>
            <a:spLocks noGrp="1"/>
          </p:cNvSpPr>
          <p:nvPr>
            <p:ph type="dt" idx="51"/>
          </p:nvPr>
        </p:nvSpPr>
        <p:spPr>
          <a:xfrm rot="5400000">
            <a:off x="10155960" y="1790640"/>
            <a:ext cx="990000" cy="304200"/>
          </a:xfrm>
          <a:prstGeom prst="rect">
            <a:avLst/>
          </a:prstGeom>
          <a:noFill/>
          <a:ln w="0">
            <a:noFill/>
          </a:ln>
        </p:spPr>
        <p:txBody>
          <a:bodyPr lIns="91440" tIns="45720" rIns="91440" bIns="45720" anchor="t">
            <a:noAutofit/>
          </a:bodyPr>
          <a:lstStyle>
            <a:lvl1pPr indent="0">
              <a:buNone/>
              <a:defRPr lang="en-ZA" sz="1400" b="0" strike="noStrike" spc="-1">
                <a:solidFill>
                  <a:srgbClr val="FFFFFF"/>
                </a:solidFill>
                <a:latin typeface="Times New Roman"/>
              </a:defRPr>
            </a:lvl1pPr>
          </a:lstStyle>
          <a:p>
            <a:pPr indent="0">
              <a:buNone/>
            </a:pPr>
            <a:r>
              <a:rPr lang="en-ZA" sz="1400" b="0" strike="noStrike" spc="-1">
                <a:solidFill>
                  <a:srgbClr val="FFFFFF"/>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pPr indent="0">
              <a:buNone/>
            </a:pPr>
            <a:r>
              <a:rPr lang="en-ZA" sz="1400" b="0" strike="noStrike" spc="-1">
                <a:solidFill>
                  <a:srgbClr val="FFFFFF"/>
                </a:solidFill>
                <a:latin typeface="Times New Roman"/>
              </a:rPr>
              <a:t> </a:t>
            </a:r>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2617281999"/>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pPr indent="0">
              <a:buNone/>
            </a:pPr>
            <a:r>
              <a:rPr lang="en-ZA" sz="1400" b="0" strike="noStrike" spc="-1">
                <a:solidFill>
                  <a:srgbClr val="FFFFFF"/>
                </a:solidFill>
                <a:latin typeface="Times New Roman"/>
              </a:rPr>
              <a:t> </a:t>
            </a:r>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pPr indent="0" algn="ctr">
              <a:lnSpc>
                <a:spcPct val="100000"/>
              </a:lnSpc>
              <a:buNone/>
              <a:tabLst>
                <a:tab pos="0" algn="l"/>
              </a:tabLst>
            </a:pPr>
            <a:r>
              <a:rPr lang="en-ZA" sz="1400" b="0" strike="noStrike" spc="-1">
                <a:solidFill>
                  <a:srgbClr val="FFFFFF"/>
                </a:solidFill>
                <a:latin typeface="Times New Roman"/>
              </a:rPr>
              <a:t> </a:t>
            </a: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pPr indent="0" algn="ctr" defTabSz="457200">
              <a:lnSpc>
                <a:spcPct val="100000"/>
              </a:lnSpc>
              <a:buNone/>
              <a:tabLst>
                <a:tab pos="0" algn="l"/>
              </a:tabLst>
            </a:pPr>
            <a:fld id="{1E546432-3A26-4419-9C86-EE8DF2B1474E}"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699919658"/>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pPr indent="0">
              <a:buNone/>
            </a:pPr>
            <a:r>
              <a:rPr lang="en-ZA" sz="1400" b="0" strike="noStrike" spc="-1">
                <a:solidFill>
                  <a:srgbClr val="FFFFFF"/>
                </a:solidFill>
                <a:latin typeface="Times New Roman"/>
              </a:rPr>
              <a:t>&lt;date/time&gt;</a:t>
            </a:r>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pPr indent="0" algn="ctr">
              <a:lnSpc>
                <a:spcPct val="100000"/>
              </a:lnSpc>
              <a:buNone/>
              <a:tabLst>
                <a:tab pos="0" algn="l"/>
              </a:tabLst>
            </a:pPr>
            <a:r>
              <a:rPr lang="en-ZA" sz="1400" b="0" strike="noStrike" spc="-1">
                <a:solidFill>
                  <a:srgbClr val="FFFFFF"/>
                </a:solidFill>
                <a:latin typeface="Times New Roman"/>
              </a:rPr>
              <a:t>&lt;footer&gt;</a:t>
            </a: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pPr indent="0" algn="ctr" defTabSz="457200">
              <a:lnSpc>
                <a:spcPct val="100000"/>
              </a:lnSpc>
              <a:buNone/>
              <a:tabLst>
                <a:tab pos="0" algn="l"/>
              </a:tabLst>
            </a:pPr>
            <a:fld id="{6D532E1F-FA78-4191-96B4-F9A3B2491014}" type="slidenum">
              <a:rPr lang="en-ZA" sz="2800" b="0" strike="noStrike" spc="-1" smtClean="0">
                <a:solidFill>
                  <a:schemeClr val="dk1">
                    <a:tint val="75000"/>
                  </a:schemeClr>
                </a:solidFill>
                <a:latin typeface="Century Gothic"/>
              </a:rPr>
              <a:t>‹#›</a:t>
            </a:fld>
            <a:endParaRPr lang="en-ZA" sz="2800" b="0" strike="noStrike" spc="-1">
              <a:solidFill>
                <a:srgbClr val="FFFFFF"/>
              </a:solidFill>
              <a:latin typeface="Times New Roman"/>
            </a:endParaRPr>
          </a:p>
        </p:txBody>
      </p:sp>
    </p:spTree>
    <p:extLst>
      <p:ext uri="{BB962C8B-B14F-4D97-AF65-F5344CB8AC3E}">
        <p14:creationId xmlns:p14="http://schemas.microsoft.com/office/powerpoint/2010/main" val="3737503362"/>
      </p:ext>
    </p:extLst>
  </p:cSld>
  <p:clrMap bg1="dk1" tx1="lt1" bg2="dk2" tx2="lt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0.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8.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8.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7.jpeg"/><Relationship Id="rId1" Type="http://schemas.openxmlformats.org/officeDocument/2006/relationships/slideLayout" Target="../slideLayouts/slideLayout68.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8.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8.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8.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8.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8.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8.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8.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8.xml"/></Relationships>
</file>

<file path=ppt/slides/_rels/slide3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7.jpeg"/><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83" name="Rectangle 182">
            <a:extLst>
              <a:ext uri="{FF2B5EF4-FFF2-40B4-BE49-F238E27FC236}">
                <a16:creationId xmlns:a16="http://schemas.microsoft.com/office/drawing/2014/main" id="{46DBB1A9-22FF-46E7-97B9-AE547747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PlaceHolder 1"/>
          <p:cNvSpPr>
            <a:spLocks noGrp="1"/>
          </p:cNvSpPr>
          <p:nvPr>
            <p:ph type="title"/>
          </p:nvPr>
        </p:nvSpPr>
        <p:spPr>
          <a:xfrm>
            <a:off x="1282703" y="1289888"/>
            <a:ext cx="5854698" cy="4278224"/>
          </a:xfrm>
          <a:prstGeom prst="rect">
            <a:avLst/>
          </a:prstGeom>
        </p:spPr>
        <p:txBody>
          <a:bodyPr lIns="91440" tIns="45720" rIns="91440" bIns="45720" anchor="ctr">
            <a:normAutofit/>
          </a:bodyPr>
          <a:lstStyle/>
          <a:p>
            <a:pPr indent="0" algn="r" defTabSz="457200">
              <a:buNone/>
              <a:tabLst>
                <a:tab pos="0" algn="l"/>
              </a:tabLst>
            </a:pPr>
            <a:r>
              <a:rPr lang="en-GB" sz="5400" b="0" strike="noStrike" spc="-1">
                <a:latin typeface="Century Gothic"/>
              </a:rPr>
              <a:t>EXPANDABLES</a:t>
            </a:r>
            <a:endParaRPr lang="en-ZA" sz="5400" b="0" strike="noStrike" spc="-1">
              <a:latin typeface="Arial"/>
            </a:endParaRPr>
          </a:p>
        </p:txBody>
      </p:sp>
      <p:sp>
        <p:nvSpPr>
          <p:cNvPr id="178" name="PlaceHolder 2"/>
          <p:cNvSpPr>
            <a:spLocks noGrp="1"/>
          </p:cNvSpPr>
          <p:nvPr>
            <p:ph type="subTitle"/>
          </p:nvPr>
        </p:nvSpPr>
        <p:spPr>
          <a:xfrm>
            <a:off x="7918221" y="1289889"/>
            <a:ext cx="2989891" cy="4278223"/>
          </a:xfrm>
          <a:prstGeom prst="rect">
            <a:avLst/>
          </a:prstGeom>
        </p:spPr>
        <p:txBody>
          <a:bodyPr lIns="91440" tIns="45720" rIns="91440" bIns="45720" anchor="ctr">
            <a:normAutofit/>
          </a:bodyPr>
          <a:lstStyle/>
          <a:p>
            <a:pPr indent="0" algn="l" defTabSz="457200">
              <a:spcBef>
                <a:spcPts val="1001"/>
              </a:spcBef>
              <a:buNone/>
              <a:tabLst>
                <a:tab pos="0" algn="l"/>
              </a:tabLst>
            </a:pPr>
            <a:r>
              <a:rPr lang="en-GB" b="0" strike="noStrike" cap="all" spc="-1">
                <a:latin typeface="Century Gothic"/>
              </a:rPr>
              <a:t>ISC216D PRACTICAL PROJECT - 20252</a:t>
            </a:r>
            <a:endParaRPr lang="en-ZA" b="0" strike="noStrike" spc="-1">
              <a:latin typeface="Arial"/>
            </a:endParaRPr>
          </a:p>
        </p:txBody>
      </p:sp>
      <p:cxnSp>
        <p:nvCxnSpPr>
          <p:cNvPr id="185" name="Straight Connector 184">
            <a:extLst>
              <a:ext uri="{FF2B5EF4-FFF2-40B4-BE49-F238E27FC236}">
                <a16:creationId xmlns:a16="http://schemas.microsoft.com/office/drawing/2014/main" id="{3A1AAD47-56AD-4EE6-A88C-981D060DC2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27811" y="2473325"/>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177"/>
                                        </p:tgtEl>
                                        <p:attrNameLst>
                                          <p:attrName>style.visibility</p:attrName>
                                        </p:attrNameLst>
                                      </p:cBhvr>
                                      <p:to>
                                        <p:strVal val="visible"/>
                                      </p:to>
                                    </p:set>
                                    <p:animEffect transition="in" filter="fade">
                                      <p:cBhvr>
                                        <p:cTn id="7" dur="1000"/>
                                        <p:tgtEl>
                                          <p:spTgt spid="177"/>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178">
                                            <p:txEl>
                                              <p:pRg st="0" end="0"/>
                                            </p:txEl>
                                          </p:spTgt>
                                        </p:tgtEl>
                                        <p:attrNameLst>
                                          <p:attrName>style.visibility</p:attrName>
                                        </p:attrNameLst>
                                      </p:cBhvr>
                                      <p:to>
                                        <p:strVal val="visible"/>
                                      </p:to>
                                    </p:set>
                                    <p:animEffect transition="in" filter="fade">
                                      <p:cBhvr>
                                        <p:cTn id="10" dur="1000"/>
                                        <p:tgtEl>
                                          <p:spTgt spid="1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p:bldP spid="17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179" name="PlaceHolder 1"/>
          <p:cNvSpPr>
            <a:spLocks noGrp="1"/>
          </p:cNvSpPr>
          <p:nvPr>
            <p:ph type="title"/>
          </p:nvPr>
        </p:nvSpPr>
        <p:spPr>
          <a:xfrm>
            <a:off x="643467" y="643467"/>
            <a:ext cx="3361498" cy="1267810"/>
          </a:xfrm>
          <a:prstGeom prst="rect">
            <a:avLst/>
          </a:prstGeom>
        </p:spPr>
        <p:txBody>
          <a:bodyPr vert="horz" lIns="91440" tIns="45720" rIns="91440" bIns="45720" rtlCol="0" anchor="b">
            <a:normAutofit/>
          </a:bodyPr>
          <a:lstStyle/>
          <a:p>
            <a:pPr indent="0" algn="l">
              <a:tabLst>
                <a:tab pos="0" algn="l"/>
              </a:tabLst>
            </a:pPr>
            <a:r>
              <a:rPr lang="en-US" sz="2400" spc="-1"/>
              <a:t>Expandable</a:t>
            </a:r>
            <a:endParaRPr lang="en-US" sz="2400" strike="noStrike" spc="-1"/>
          </a:p>
        </p:txBody>
      </p:sp>
      <p:sp>
        <p:nvSpPr>
          <p:cNvPr id="180" name="PlaceHolder 2"/>
          <p:cNvSpPr>
            <a:spLocks noGrp="1"/>
          </p:cNvSpPr>
          <p:nvPr>
            <p:ph/>
          </p:nvPr>
        </p:nvSpPr>
        <p:spPr>
          <a:xfrm>
            <a:off x="643467" y="2096063"/>
            <a:ext cx="3361498" cy="4028512"/>
          </a:xfrm>
          <a:prstGeom prst="rect">
            <a:avLst/>
          </a:prstGeom>
        </p:spPr>
        <p:txBody>
          <a:bodyPr vert="horz" lIns="91440" tIns="45720" rIns="91440" bIns="45720" rtlCol="0">
            <a:normAutofit/>
          </a:bodyPr>
          <a:lstStyle/>
          <a:p>
            <a:pPr indent="-228600" algn="l">
              <a:lnSpc>
                <a:spcPct val="120000"/>
              </a:lnSpc>
              <a:spcBef>
                <a:spcPts val="1001"/>
              </a:spcBef>
              <a:buClr>
                <a:srgbClr val="8AD0D6"/>
              </a:buClr>
              <a:buSzPct val="80000"/>
              <a:buFont typeface="Arial" panose="020B0604020202020204" pitchFamily="34" charset="0"/>
              <a:buChar char="•"/>
            </a:pPr>
            <a:r>
              <a:rPr lang="en-US" sz="1400" b="0" strike="noStrike" spc="-1">
                <a:effectLst>
                  <a:outerShdw blurRad="50800" dist="38100" dir="2700000" algn="tl" rotWithShape="0">
                    <a:srgbClr val="000000">
                      <a:alpha val="48000"/>
                    </a:srgbClr>
                  </a:outerShdw>
                </a:effectLst>
                <a:latin typeface="+mn-lt"/>
                <a:ea typeface="+mn-ea"/>
                <a:cs typeface="+mn-cs"/>
              </a:rPr>
              <a:t>CHAUKE MG		221417240</a:t>
            </a:r>
          </a:p>
          <a:p>
            <a:pPr indent="-228600" algn="l">
              <a:lnSpc>
                <a:spcPct val="120000"/>
              </a:lnSpc>
              <a:spcBef>
                <a:spcPts val="1001"/>
              </a:spcBef>
              <a:buClr>
                <a:srgbClr val="8AD0D6"/>
              </a:buClr>
              <a:buSzPct val="80000"/>
              <a:buFont typeface="Arial" panose="020B0604020202020204" pitchFamily="34" charset="0"/>
              <a:buChar char="•"/>
            </a:pPr>
            <a:endParaRPr lang="en-US" sz="1400" b="0" strike="noStrike" spc="-1">
              <a:effectLst>
                <a:outerShdw blurRad="50800" dist="38100" dir="2700000" algn="tl" rotWithShape="0">
                  <a:srgbClr val="000000">
                    <a:alpha val="48000"/>
                  </a:srgbClr>
                </a:outerShdw>
              </a:effectLst>
              <a:latin typeface="+mn-lt"/>
              <a:ea typeface="+mn-ea"/>
              <a:cs typeface="+mn-cs"/>
            </a:endParaRPr>
          </a:p>
        </p:txBody>
      </p:sp>
      <p:sp>
        <p:nvSpPr>
          <p:cNvPr id="186" name="Rectangle 185">
            <a:extLst>
              <a:ext uri="{FF2B5EF4-FFF2-40B4-BE49-F238E27FC236}">
                <a16:creationId xmlns:a16="http://schemas.microsoft.com/office/drawing/2014/main" id="{B1007713-5891-46A9-BACA-FAD760FE2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8793" y="733425"/>
            <a:ext cx="6696075" cy="5391150"/>
          </a:xfrm>
          <a:prstGeom prst="rect">
            <a:avLst/>
          </a:prstGeom>
          <a:solidFill>
            <a:schemeClr val="bg2">
              <a:lumMod val="75000"/>
            </a:schemeClr>
          </a:solidFill>
          <a:ln w="190500" cap="sq">
            <a:solidFill>
              <a:schemeClr val="bg2">
                <a:lumMod val="75000"/>
              </a:schemeClr>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74BB6AA7-7EAD-4D3B-9335-B6E8BD7E6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3972"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1" name="Content Placeholder 5" descr="A group member's number in a column"/>
          <p:cNvPicPr/>
          <p:nvPr/>
        </p:nvPicPr>
        <p:blipFill>
          <a:blip r:embed="rId3"/>
          <a:stretch/>
        </p:blipFill>
        <p:spPr>
          <a:xfrm>
            <a:off x="5808967" y="1151910"/>
            <a:ext cx="4619185" cy="45845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3" name="Rectangle 192">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82"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2800" strike="noStrike" spc="-1">
                <a:solidFill>
                  <a:srgbClr val="FFFFFF"/>
                </a:solidFill>
              </a:rPr>
              <a:t>Q1:SCREENSHOT 1</a:t>
            </a:r>
            <a:br>
              <a:rPr lang="en-US" sz="2800">
                <a:solidFill>
                  <a:srgbClr val="FFFFFF"/>
                </a:solidFill>
              </a:rPr>
            </a:br>
            <a:endParaRPr lang="en-US" sz="2800" strike="noStrike" spc="-1">
              <a:solidFill>
                <a:srgbClr val="FFFFFF"/>
              </a:solidFill>
            </a:endParaRPr>
          </a:p>
        </p:txBody>
      </p:sp>
      <p:sp>
        <p:nvSpPr>
          <p:cNvPr id="194" name="Rectangle 193">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3" name="Content Placeholder 4"/>
          <p:cNvPicPr/>
          <p:nvPr/>
        </p:nvPicPr>
        <p:blipFill>
          <a:blip r:embed="rId2"/>
          <a:stretch/>
        </p:blipFill>
        <p:spPr>
          <a:xfrm>
            <a:off x="1137490" y="1680817"/>
            <a:ext cx="5926045" cy="3496367"/>
          </a:xfrm>
          <a:prstGeom prst="rect">
            <a:avLst/>
          </a:prstGeom>
        </p:spPr>
      </p:pic>
      <p:sp>
        <p:nvSpPr>
          <p:cNvPr id="192" name="Rectangle 191">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184"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tabLst>
                <a:tab pos="0" algn="l"/>
              </a:tabLst>
            </a:pPr>
            <a:r>
              <a:rPr lang="en-US" sz="3700" strike="noStrike" spc="-1"/>
              <a:t>SCREENSHOT 2</a:t>
            </a:r>
          </a:p>
        </p:txBody>
      </p:sp>
      <p:sp>
        <p:nvSpPr>
          <p:cNvPr id="190" name="Rectangle 189">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5" name="Content Placeholder 3"/>
          <p:cNvPicPr/>
          <p:nvPr/>
        </p:nvPicPr>
        <p:blipFill>
          <a:blip r:embed="rId3"/>
          <a:srcRect l="8476" r="18222" b="1"/>
          <a:stretch>
            <a:fillRect/>
          </a:stretch>
        </p:blipFill>
        <p:spPr>
          <a:xfrm>
            <a:off x="1137490" y="1114868"/>
            <a:ext cx="5926045" cy="4628265"/>
          </a:xfrm>
          <a:prstGeom prst="rect">
            <a:avLst/>
          </a:prstGeom>
        </p:spPr>
      </p:pic>
      <p:sp>
        <p:nvSpPr>
          <p:cNvPr id="192" name="Rectangle 191">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184"/>
                                        </p:tgtEl>
                                        <p:attrNameLst>
                                          <p:attrName>style.visibility</p:attrName>
                                        </p:attrNameLst>
                                      </p:cBhvr>
                                      <p:to>
                                        <p:strVal val="visible"/>
                                      </p:to>
                                    </p:set>
                                    <p:animEffect transition="in" filter="fade">
                                      <p:cBhvr>
                                        <p:cTn id="7" dur="400"/>
                                        <p:tgtEl>
                                          <p:spTgt spid="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tabLst>
                <a:tab pos="0" algn="l"/>
              </a:tabLst>
            </a:pPr>
            <a:r>
              <a:rPr lang="en-US" strike="noStrike" spc="-1"/>
              <a:t>Q2:Tool One-netdiscover</a:t>
            </a:r>
          </a:p>
        </p:txBody>
      </p:sp>
      <p:sp>
        <p:nvSpPr>
          <p:cNvPr id="192" name="Rectangle 191">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7" name="Content Placeholder 4"/>
          <p:cNvPicPr/>
          <p:nvPr/>
        </p:nvPicPr>
        <p:blipFill>
          <a:blip r:embed="rId3"/>
          <a:srcRect l="275" r="23539" b="-3"/>
          <a:stretch>
            <a:fillRect/>
          </a:stretch>
        </p:blipFill>
        <p:spPr>
          <a:xfrm>
            <a:off x="1137490" y="1114868"/>
            <a:ext cx="5926045" cy="4628265"/>
          </a:xfrm>
          <a:prstGeom prst="rect">
            <a:avLst/>
          </a:prstGeom>
        </p:spPr>
      </p:pic>
      <p:sp>
        <p:nvSpPr>
          <p:cNvPr id="194" name="Rectangle 193">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186"/>
                                        </p:tgtEl>
                                        <p:attrNameLst>
                                          <p:attrName>style.visibility</p:attrName>
                                        </p:attrNameLst>
                                      </p:cBhvr>
                                      <p:to>
                                        <p:strVal val="visible"/>
                                      </p:to>
                                    </p:set>
                                    <p:animEffect transition="in" filter="fade">
                                      <p:cBhvr>
                                        <p:cTn id="7" dur="4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188"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tabLst>
                <a:tab pos="0" algn="l"/>
              </a:tabLst>
            </a:pPr>
            <a:r>
              <a:rPr lang="en-US" sz="4000" strike="noStrike" spc="-1"/>
              <a:t>Tool One:list of commans</a:t>
            </a:r>
          </a:p>
        </p:txBody>
      </p:sp>
      <p:sp>
        <p:nvSpPr>
          <p:cNvPr id="194" name="Rectangle 193">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9" name="Picture 188"/>
          <p:cNvPicPr/>
          <p:nvPr/>
        </p:nvPicPr>
        <p:blipFill>
          <a:blip r:embed="rId3"/>
          <a:srcRect r="11652"/>
          <a:stretch>
            <a:fillRect/>
          </a:stretch>
        </p:blipFill>
        <p:spPr>
          <a:xfrm>
            <a:off x="1137490" y="1114868"/>
            <a:ext cx="5926045" cy="4628265"/>
          </a:xfrm>
          <a:prstGeom prst="rect">
            <a:avLst/>
          </a:prstGeom>
        </p:spPr>
      </p:pic>
      <p:sp>
        <p:nvSpPr>
          <p:cNvPr id="196" name="Rectangle 195">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188"/>
                                        </p:tgtEl>
                                        <p:attrNameLst>
                                          <p:attrName>style.visibility</p:attrName>
                                        </p:attrNameLst>
                                      </p:cBhvr>
                                      <p:to>
                                        <p:strVal val="visible"/>
                                      </p:to>
                                    </p:set>
                                    <p:animEffect transition="in" filter="fade">
                                      <p:cBhvr>
                                        <p:cTn id="7" dur="700"/>
                                        <p:tgtEl>
                                          <p:spTgt spid="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190"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tabLst>
                <a:tab pos="0" algn="l"/>
              </a:tabLst>
            </a:pPr>
            <a:r>
              <a:rPr lang="en-US" sz="4000" strike="noStrike" spc="-1"/>
              <a:t>Q2:Tool Two-openssl</a:t>
            </a:r>
          </a:p>
        </p:txBody>
      </p:sp>
      <p:sp>
        <p:nvSpPr>
          <p:cNvPr id="196" name="Rectangle 195">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1" name="Content Placeholder 4"/>
          <p:cNvPicPr/>
          <p:nvPr/>
        </p:nvPicPr>
        <p:blipFill>
          <a:blip r:embed="rId3"/>
          <a:srcRect r="34380"/>
          <a:stretch>
            <a:fillRect/>
          </a:stretch>
        </p:blipFill>
        <p:spPr>
          <a:xfrm>
            <a:off x="1137490" y="1114868"/>
            <a:ext cx="5926045" cy="4628265"/>
          </a:xfrm>
          <a:prstGeom prst="rect">
            <a:avLst/>
          </a:prstGeom>
        </p:spPr>
      </p:pic>
      <p:sp>
        <p:nvSpPr>
          <p:cNvPr id="198" name="Rectangle 197">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190"/>
                                        </p:tgtEl>
                                        <p:attrNameLst>
                                          <p:attrName>style.visibility</p:attrName>
                                        </p:attrNameLst>
                                      </p:cBhvr>
                                      <p:to>
                                        <p:strVal val="visible"/>
                                      </p:to>
                                    </p:set>
                                    <p:animEffect transition="in" filter="fade">
                                      <p:cBhvr>
                                        <p:cTn id="7" dur="40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192"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r>
              <a:rPr lang="en-US" sz="4000" strike="noStrike" spc="-1"/>
              <a:t>Cont-d</a:t>
            </a:r>
          </a:p>
        </p:txBody>
      </p:sp>
      <p:sp>
        <p:nvSpPr>
          <p:cNvPr id="198" name="Rectangle 197">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3" name="Content Placeholder 4"/>
          <p:cNvPicPr/>
          <p:nvPr/>
        </p:nvPicPr>
        <p:blipFill>
          <a:blip r:embed="rId3"/>
          <a:srcRect t="5343" r="-1" b="7394"/>
          <a:stretch>
            <a:fillRect/>
          </a:stretch>
        </p:blipFill>
        <p:spPr>
          <a:xfrm>
            <a:off x="1137489" y="929391"/>
            <a:ext cx="5926045" cy="4813742"/>
          </a:xfrm>
          <a:prstGeom prst="rect">
            <a:avLst/>
          </a:prstGeom>
        </p:spPr>
      </p:pic>
      <p:sp>
        <p:nvSpPr>
          <p:cNvPr id="200" name="Rectangle 199">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192"/>
                                        </p:tgtEl>
                                        <p:attrNameLst>
                                          <p:attrName>style.visibility</p:attrName>
                                        </p:attrNameLst>
                                      </p:cBhvr>
                                      <p:to>
                                        <p:strVal val="visible"/>
                                      </p:to>
                                    </p:set>
                                    <p:animEffect transition="in" filter="fade">
                                      <p:cBhvr>
                                        <p:cTn id="7" dur="4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194"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endParaRPr lang="en-US" sz="4000" strike="noStrike" spc="-1"/>
          </a:p>
        </p:txBody>
      </p:sp>
      <p:sp>
        <p:nvSpPr>
          <p:cNvPr id="200" name="Rectangle 199">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5" name="Content Placeholder 4" descr="A screenshot of a computer&#10;&#10;AI-generated content may be incorrect."/>
          <p:cNvPicPr/>
          <p:nvPr/>
        </p:nvPicPr>
        <p:blipFill>
          <a:blip r:embed="rId3"/>
          <a:srcRect r="17414"/>
          <a:stretch>
            <a:fillRect/>
          </a:stretch>
        </p:blipFill>
        <p:spPr>
          <a:xfrm>
            <a:off x="1137490" y="1114868"/>
            <a:ext cx="5926045" cy="4628265"/>
          </a:xfrm>
          <a:prstGeom prst="rect">
            <a:avLst/>
          </a:prstGeom>
        </p:spPr>
      </p:pic>
      <p:sp>
        <p:nvSpPr>
          <p:cNvPr id="202" name="Rectangle 201">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196" name="PlaceHolder 1"/>
          <p:cNvSpPr>
            <a:spLocks noGrp="1"/>
          </p:cNvSpPr>
          <p:nvPr>
            <p:ph type="title"/>
          </p:nvPr>
        </p:nvSpPr>
        <p:spPr>
          <a:xfrm>
            <a:off x="4927472" y="609600"/>
            <a:ext cx="6340084" cy="1326321"/>
          </a:xfrm>
          <a:prstGeom prst="rect">
            <a:avLst/>
          </a:prstGeom>
        </p:spPr>
        <p:txBody>
          <a:bodyPr vert="horz" lIns="91440" tIns="45720" rIns="91440" bIns="45720" rtlCol="0" anchor="ctr">
            <a:normAutofit/>
          </a:bodyPr>
          <a:lstStyle/>
          <a:p>
            <a:pPr indent="0">
              <a:tabLst>
                <a:tab pos="0" algn="l"/>
              </a:tabLst>
            </a:pPr>
            <a:r>
              <a:rPr lang="en-US" strike="noStrike" spc="-1"/>
              <a:t>Tool Descriptions</a:t>
            </a:r>
          </a:p>
        </p:txBody>
      </p:sp>
      <p:pic>
        <p:nvPicPr>
          <p:cNvPr id="199" name="Picture 198" descr="Work tools and supplies">
            <a:extLst>
              <a:ext uri="{FF2B5EF4-FFF2-40B4-BE49-F238E27FC236}">
                <a16:creationId xmlns:a16="http://schemas.microsoft.com/office/drawing/2014/main" id="{4FEBE559-9337-AB6F-EE41-9E755D74F55C}"/>
              </a:ext>
            </a:extLst>
          </p:cNvPr>
          <p:cNvPicPr>
            <a:picLocks noChangeAspect="1"/>
          </p:cNvPicPr>
          <p:nvPr/>
        </p:nvPicPr>
        <p:blipFill>
          <a:blip r:embed="rId3"/>
          <a:srcRect l="24240" r="30636" b="-1"/>
          <a:stretch>
            <a:fillRect/>
          </a:stretch>
        </p:blipFill>
        <p:spPr>
          <a:xfrm>
            <a:off x="20" y="10"/>
            <a:ext cx="4635987" cy="6857990"/>
          </a:xfrm>
          <a:prstGeom prst="rect">
            <a:avLst/>
          </a:prstGeom>
        </p:spPr>
      </p:pic>
      <p:sp>
        <p:nvSpPr>
          <p:cNvPr id="197" name="Rectangle 196"/>
          <p:cNvSpPr/>
          <p:nvPr/>
        </p:nvSpPr>
        <p:spPr>
          <a:xfrm>
            <a:off x="4927471" y="2096064"/>
            <a:ext cx="6340085" cy="3695136"/>
          </a:xfrm>
          <a:prstGeom prst="rect">
            <a:avLst/>
          </a:prstGeom>
        </p:spPr>
        <p:style>
          <a:lnRef idx="0">
            <a:scrgbClr r="0" g="0" b="0"/>
          </a:lnRef>
          <a:fillRef idx="0">
            <a:scrgbClr r="0" g="0" b="0"/>
          </a:fillRef>
          <a:effectRef idx="0">
            <a:scrgbClr r="0" g="0" b="0"/>
          </a:effectRef>
          <a:fontRef idx="minor"/>
        </p:style>
        <p:txBody>
          <a:bodyPr vert="horz" lIns="91440" tIns="45720" rIns="91440" bIns="45720" rtlCol="0">
            <a:normAutofit/>
          </a:bodyPr>
          <a:lstStyle/>
          <a:p>
            <a:pPr indent="-228600">
              <a:lnSpc>
                <a:spcPct val="110000"/>
              </a:lnSpc>
              <a:spcAft>
                <a:spcPts val="600"/>
              </a:spcAft>
              <a:buFont typeface="Arial" panose="020B0604020202020204" pitchFamily="34" charset="0"/>
              <a:buChar char="•"/>
            </a:pPr>
            <a:br>
              <a:rPr lang="en-US" sz="1100">
                <a:effectLst>
                  <a:outerShdw blurRad="50800" dist="38100" dir="2700000" algn="tl" rotWithShape="0">
                    <a:srgbClr val="000000">
                      <a:alpha val="48000"/>
                    </a:srgbClr>
                  </a:outerShdw>
                </a:effectLst>
              </a:rPr>
            </a:br>
            <a:br>
              <a:rPr lang="en-US" sz="1100">
                <a:effectLst>
                  <a:outerShdw blurRad="50800" dist="38100" dir="2700000" algn="tl" rotWithShape="0">
                    <a:srgbClr val="000000">
                      <a:alpha val="48000"/>
                    </a:srgbClr>
                  </a:outerShdw>
                </a:effectLst>
              </a:rPr>
            </a:br>
            <a:r>
              <a:rPr lang="en-US" sz="1100" b="0" strike="noStrike" spc="-1">
                <a:effectLst>
                  <a:outerShdw blurRad="50800" dist="38100" dir="2700000" algn="tl" rotWithShape="0">
                    <a:srgbClr val="000000">
                      <a:alpha val="48000"/>
                    </a:srgbClr>
                  </a:outerShdw>
                </a:effectLst>
              </a:rPr>
              <a:t>Tool: netdiscover (netdiscover -r &lt;network/mask&gt;)</a:t>
            </a:r>
            <a:br>
              <a:rPr lang="en-US" sz="1100">
                <a:effectLst>
                  <a:outerShdw blurRad="50800" dist="38100" dir="2700000" algn="tl" rotWithShape="0">
                    <a:srgbClr val="000000">
                      <a:alpha val="48000"/>
                    </a:srgbClr>
                  </a:outerShdw>
                </a:effectLst>
              </a:rPr>
            </a:br>
            <a:r>
              <a:rPr lang="en-US" sz="1100" b="0" strike="noStrike" spc="-1">
                <a:effectLst>
                  <a:outerShdw blurRad="50800" dist="38100" dir="2700000" algn="tl" rotWithShape="0">
                    <a:srgbClr val="000000">
                      <a:alpha val="48000"/>
                    </a:srgbClr>
                  </a:outerShdw>
                </a:effectLst>
              </a:rPr>
              <a:t>Purpose: Network reconnaissance — perform an ARP scan to discover live hosts on the local network.</a:t>
            </a:r>
            <a:br>
              <a:rPr lang="en-US" sz="1100">
                <a:effectLst>
                  <a:outerShdw blurRad="50800" dist="38100" dir="2700000" algn="tl" rotWithShape="0">
                    <a:srgbClr val="000000">
                      <a:alpha val="48000"/>
                    </a:srgbClr>
                  </a:outerShdw>
                </a:effectLst>
              </a:rPr>
            </a:br>
            <a:r>
              <a:rPr lang="en-US" sz="1100" b="0" strike="noStrike" spc="-1">
                <a:effectLst>
                  <a:outerShdw blurRad="50800" dist="38100" dir="2700000" algn="tl" rotWithShape="0">
                    <a:srgbClr val="000000">
                      <a:alpha val="48000"/>
                    </a:srgbClr>
                  </a:outerShdw>
                </a:effectLst>
              </a:rPr>
              <a:t>What we did: Scanned the target subnet to collect IP addresses, MAC addresses and vendor/hostname hints.</a:t>
            </a:r>
            <a:br>
              <a:rPr lang="en-US" sz="1100">
                <a:effectLst>
                  <a:outerShdw blurRad="50800" dist="38100" dir="2700000" algn="tl" rotWithShape="0">
                    <a:srgbClr val="000000">
                      <a:alpha val="48000"/>
                    </a:srgbClr>
                  </a:outerShdw>
                </a:effectLst>
              </a:rPr>
            </a:br>
            <a:r>
              <a:rPr lang="en-US" sz="1100" b="0" strike="noStrike" spc="-1">
                <a:effectLst>
                  <a:outerShdw blurRad="50800" dist="38100" dir="2700000" algn="tl" rotWithShape="0">
                    <a:srgbClr val="000000">
                      <a:alpha val="48000"/>
                    </a:srgbClr>
                  </a:outerShdw>
                </a:effectLst>
              </a:rPr>
              <a:t>Key findings: Identified active hosts, the network gateway, and unknown/third-party MAC vendors for further investigation.</a:t>
            </a:r>
          </a:p>
          <a:p>
            <a:pPr indent="-228600">
              <a:lnSpc>
                <a:spcPct val="110000"/>
              </a:lnSpc>
              <a:spcAft>
                <a:spcPts val="600"/>
              </a:spcAft>
              <a:buFont typeface="Arial" panose="020B0604020202020204" pitchFamily="34" charset="0"/>
              <a:buChar char="•"/>
            </a:pPr>
            <a:endParaRPr lang="en-US" sz="1100" b="0" strike="noStrike" spc="-1">
              <a:effectLst>
                <a:outerShdw blurRad="50800" dist="38100" dir="2700000" algn="tl" rotWithShape="0">
                  <a:srgbClr val="000000">
                    <a:alpha val="48000"/>
                  </a:srgbClr>
                </a:outerShdw>
              </a:effectLst>
            </a:endParaRPr>
          </a:p>
          <a:p>
            <a:pPr indent="-228600">
              <a:lnSpc>
                <a:spcPct val="110000"/>
              </a:lnSpc>
              <a:spcAft>
                <a:spcPts val="600"/>
              </a:spcAft>
              <a:buFont typeface="Arial" panose="020B0604020202020204" pitchFamily="34" charset="0"/>
              <a:buChar char="•"/>
            </a:pPr>
            <a:br>
              <a:rPr lang="en-US" sz="1100">
                <a:effectLst>
                  <a:outerShdw blurRad="50800" dist="38100" dir="2700000" algn="tl" rotWithShape="0">
                    <a:srgbClr val="000000">
                      <a:alpha val="48000"/>
                    </a:srgbClr>
                  </a:outerShdw>
                </a:effectLst>
              </a:rPr>
            </a:br>
            <a:r>
              <a:rPr lang="en-US" sz="1100" b="0" strike="noStrike" spc="-1">
                <a:effectLst>
                  <a:outerShdw blurRad="50800" dist="38100" dir="2700000" algn="tl" rotWithShape="0">
                    <a:srgbClr val="000000">
                      <a:alpha val="48000"/>
                    </a:srgbClr>
                  </a:outerShdw>
                </a:effectLst>
              </a:rPr>
              <a:t>Tool: OpenSSL (`openssl s_client -connect tut.ac.za:443 -showcerts`)</a:t>
            </a:r>
          </a:p>
          <a:p>
            <a:pPr indent="-228600">
              <a:lnSpc>
                <a:spcPct val="110000"/>
              </a:lnSpc>
              <a:spcAft>
                <a:spcPts val="600"/>
              </a:spcAft>
              <a:buFont typeface="Arial" panose="020B0604020202020204" pitchFamily="34" charset="0"/>
              <a:buChar char="•"/>
            </a:pPr>
            <a:r>
              <a:rPr lang="en-US" sz="1100" b="0" strike="noStrike" spc="-1">
                <a:effectLst>
                  <a:outerShdw blurRad="50800" dist="38100" dir="2700000" algn="tl" rotWithShape="0">
                    <a:srgbClr val="000000">
                      <a:alpha val="48000"/>
                    </a:srgbClr>
                  </a:outerShdw>
                </a:effectLst>
              </a:rPr>
              <a:t>Purpose: Reconnaissance — inspect the target's TLS/SSL configuration and certificate chain.</a:t>
            </a:r>
          </a:p>
          <a:p>
            <a:pPr indent="-228600">
              <a:lnSpc>
                <a:spcPct val="110000"/>
              </a:lnSpc>
              <a:spcAft>
                <a:spcPts val="600"/>
              </a:spcAft>
              <a:buFont typeface="Arial" panose="020B0604020202020204" pitchFamily="34" charset="0"/>
              <a:buChar char="•"/>
            </a:pPr>
            <a:r>
              <a:rPr lang="en-US" sz="1100" b="0" strike="noStrike" spc="-1">
                <a:effectLst>
                  <a:outerShdw blurRad="50800" dist="38100" dir="2700000" algn="tl" rotWithShape="0">
                    <a:srgbClr val="000000">
                      <a:alpha val="48000"/>
                    </a:srgbClr>
                  </a:outerShdw>
                </a:effectLst>
              </a:rPr>
              <a:t>What we did: Connected to tut.ac.za:443 and retrieved the certificate chain and server certificate PEM.</a:t>
            </a:r>
          </a:p>
          <a:p>
            <a:pPr indent="-228600">
              <a:lnSpc>
                <a:spcPct val="110000"/>
              </a:lnSpc>
              <a:spcAft>
                <a:spcPts val="600"/>
              </a:spcAft>
              <a:buFont typeface="Arial" panose="020B0604020202020204" pitchFamily="34" charset="0"/>
              <a:buChar char="•"/>
            </a:pPr>
            <a:r>
              <a:rPr lang="en-US" sz="1100" b="0" strike="noStrike" spc="-1">
                <a:effectLst>
                  <a:outerShdw blurRad="50800" dist="38100" dir="2700000" algn="tl" rotWithShape="0">
                    <a:srgbClr val="000000">
                      <a:alpha val="48000"/>
                    </a:srgbClr>
                  </a:outerShdw>
                </a:effectLst>
              </a:rPr>
              <a:t>Key findings: Server uses Let’s Encrypt certificate (CN=R12), listed validity dates and public-key info.</a:t>
            </a:r>
          </a:p>
        </p:txBody>
      </p:sp>
      <p:cxnSp>
        <p:nvCxnSpPr>
          <p:cNvPr id="203" name="Straight Connector 202">
            <a:extLst>
              <a:ext uri="{FF2B5EF4-FFF2-40B4-BE49-F238E27FC236}">
                <a16:creationId xmlns:a16="http://schemas.microsoft.com/office/drawing/2014/main" id="{E2A31A05-19BB-4F84-9402-E8569CBDBD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36007"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 name="Rectangle 203">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98"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3. VENTOY TOOL</a:t>
            </a:r>
            <a:br>
              <a:rPr lang="en-US" sz="4000">
                <a:solidFill>
                  <a:srgbClr val="FFFFFF"/>
                </a:solidFill>
              </a:rPr>
            </a:br>
            <a:r>
              <a:rPr lang="en-US" sz="4000" strike="noStrike" spc="-1">
                <a:solidFill>
                  <a:srgbClr val="FFFFFF"/>
                </a:solidFill>
              </a:rPr>
              <a:t>3.1 3a</a:t>
            </a:r>
          </a:p>
        </p:txBody>
      </p:sp>
      <p:sp>
        <p:nvSpPr>
          <p:cNvPr id="206" name="Rectangle 205">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9" name="Content Placeholder 4"/>
          <p:cNvPicPr/>
          <p:nvPr/>
        </p:nvPicPr>
        <p:blipFill>
          <a:blip r:embed="rId2"/>
          <a:stretch/>
        </p:blipFill>
        <p:spPr>
          <a:xfrm>
            <a:off x="1137490" y="1258587"/>
            <a:ext cx="5926045" cy="4340827"/>
          </a:xfrm>
          <a:prstGeom prst="rect">
            <a:avLst/>
          </a:prstGeom>
        </p:spPr>
      </p:pic>
      <p:sp>
        <p:nvSpPr>
          <p:cNvPr id="208" name="Rectangle 207">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00"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tabLst>
                <a:tab pos="0" algn="l"/>
              </a:tabLst>
            </a:pPr>
            <a:r>
              <a:rPr lang="en-US" sz="4000" strike="noStrike" spc="-1"/>
              <a:t>3b</a:t>
            </a:r>
          </a:p>
        </p:txBody>
      </p:sp>
      <p:sp>
        <p:nvSpPr>
          <p:cNvPr id="206" name="Rectangle 205">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1" name="Content Placeholder 4"/>
          <p:cNvPicPr/>
          <p:nvPr/>
        </p:nvPicPr>
        <p:blipFill>
          <a:blip r:embed="rId3"/>
          <a:srcRect r="5888" b="-3"/>
          <a:stretch>
            <a:fillRect/>
          </a:stretch>
        </p:blipFill>
        <p:spPr>
          <a:xfrm>
            <a:off x="1137490" y="1114868"/>
            <a:ext cx="5926045" cy="4628265"/>
          </a:xfrm>
          <a:prstGeom prst="rect">
            <a:avLst/>
          </a:prstGeom>
        </p:spPr>
      </p:pic>
      <p:sp>
        <p:nvSpPr>
          <p:cNvPr id="208" name="Rectangle 207">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00"/>
                                        </p:tgtEl>
                                        <p:attrNameLst>
                                          <p:attrName>style.visibility</p:attrName>
                                        </p:attrNameLst>
                                      </p:cBhvr>
                                      <p:to>
                                        <p:strVal val="visible"/>
                                      </p:to>
                                    </p:set>
                                    <p:animEffect transition="in" filter="fade">
                                      <p:cBhvr>
                                        <p:cTn id="7" dur="4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02"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tabLst>
                <a:tab pos="0" algn="l"/>
              </a:tabLst>
            </a:pPr>
            <a:r>
              <a:rPr lang="en-US" sz="4000" strike="noStrike" spc="-1"/>
              <a:t>3.2 4a</a:t>
            </a:r>
          </a:p>
        </p:txBody>
      </p:sp>
      <p:sp>
        <p:nvSpPr>
          <p:cNvPr id="208" name="Rectangle 207">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3" name="Content Placeholder 4"/>
          <p:cNvPicPr/>
          <p:nvPr/>
        </p:nvPicPr>
        <p:blipFill>
          <a:blip r:embed="rId3"/>
          <a:srcRect l="14533" r="-2" b="-2"/>
          <a:stretch>
            <a:fillRect/>
          </a:stretch>
        </p:blipFill>
        <p:spPr>
          <a:xfrm>
            <a:off x="1137490" y="1114868"/>
            <a:ext cx="5926045" cy="4628265"/>
          </a:xfrm>
          <a:prstGeom prst="rect">
            <a:avLst/>
          </a:prstGeom>
        </p:spPr>
      </p:pic>
      <p:sp>
        <p:nvSpPr>
          <p:cNvPr id="210" name="Rectangle 209">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02"/>
                                        </p:tgtEl>
                                        <p:attrNameLst>
                                          <p:attrName>style.visibility</p:attrName>
                                        </p:attrNameLst>
                                      </p:cBhvr>
                                      <p:to>
                                        <p:strVal val="visible"/>
                                      </p:to>
                                    </p:set>
                                    <p:animEffect transition="in" filter="fade">
                                      <p:cBhvr>
                                        <p:cTn id="7" dur="400"/>
                                        <p:tgtEl>
                                          <p:spTgt spid="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04"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tabLst>
                <a:tab pos="0" algn="l"/>
              </a:tabLst>
            </a:pPr>
            <a:r>
              <a:rPr lang="en-US" sz="4000" strike="noStrike" spc="-1"/>
              <a:t>4b</a:t>
            </a:r>
          </a:p>
        </p:txBody>
      </p:sp>
      <p:sp>
        <p:nvSpPr>
          <p:cNvPr id="210" name="Rectangle 209">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 name="Content Placeholder 4"/>
          <p:cNvPicPr/>
          <p:nvPr/>
        </p:nvPicPr>
        <p:blipFill>
          <a:blip r:embed="rId3"/>
          <a:srcRect l="4356" r="10495" b="-3"/>
          <a:stretch>
            <a:fillRect/>
          </a:stretch>
        </p:blipFill>
        <p:spPr>
          <a:xfrm>
            <a:off x="1137490" y="1114868"/>
            <a:ext cx="5926045" cy="4628265"/>
          </a:xfrm>
          <a:prstGeom prst="rect">
            <a:avLst/>
          </a:prstGeom>
        </p:spPr>
      </p:pic>
      <p:sp>
        <p:nvSpPr>
          <p:cNvPr id="212" name="Rectangle 211">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04"/>
                                        </p:tgtEl>
                                        <p:attrNameLst>
                                          <p:attrName>style.visibility</p:attrName>
                                        </p:attrNameLst>
                                      </p:cBhvr>
                                      <p:to>
                                        <p:strVal val="visible"/>
                                      </p:to>
                                    </p:set>
                                    <p:animEffect transition="in" filter="fade">
                                      <p:cBhvr>
                                        <p:cTn id="7" dur="4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7" name="Rectangle 216">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06"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4. fing app</a:t>
            </a:r>
            <a:br>
              <a:rPr lang="en-US" sz="4000">
                <a:solidFill>
                  <a:srgbClr val="FFFFFF"/>
                </a:solidFill>
              </a:rPr>
            </a:br>
            <a:r>
              <a:rPr lang="en-US" sz="4000" strike="noStrike" spc="-1">
                <a:solidFill>
                  <a:srgbClr val="FFFFFF"/>
                </a:solidFill>
              </a:rPr>
              <a:t>4.1</a:t>
            </a:r>
          </a:p>
        </p:txBody>
      </p:sp>
      <p:sp>
        <p:nvSpPr>
          <p:cNvPr id="218" name="Rectangle 217">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7" name="Content Placeholder 6" descr="A screenshot of a phone"/>
          <p:cNvPicPr/>
          <p:nvPr/>
        </p:nvPicPr>
        <p:blipFill>
          <a:blip r:embed="rId2"/>
          <a:stretch/>
        </p:blipFill>
        <p:spPr>
          <a:xfrm>
            <a:off x="2289704" y="1114868"/>
            <a:ext cx="3621617" cy="4628265"/>
          </a:xfrm>
          <a:prstGeom prst="rect">
            <a:avLst/>
          </a:prstGeom>
        </p:spPr>
      </p:pic>
      <p:sp>
        <p:nvSpPr>
          <p:cNvPr id="216" name="Rectangle 215">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08"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tabLst>
                <a:tab pos="0" algn="l"/>
              </a:tabLst>
            </a:pPr>
            <a:r>
              <a:rPr lang="en-US" sz="4000" strike="noStrike" spc="-1"/>
              <a:t>4.2</a:t>
            </a:r>
          </a:p>
        </p:txBody>
      </p:sp>
      <p:sp>
        <p:nvSpPr>
          <p:cNvPr id="214" name="Rectangle 213">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 name="Content Placeholder 4" descr="A screenshot of a phone&#10;&#10;AI-generated content may be incorrect."/>
          <p:cNvPicPr/>
          <p:nvPr/>
        </p:nvPicPr>
        <p:blipFill>
          <a:blip r:embed="rId3"/>
          <a:srcRect r="1" b="63879"/>
          <a:stretch>
            <a:fillRect/>
          </a:stretch>
        </p:blipFill>
        <p:spPr>
          <a:xfrm>
            <a:off x="1137490" y="1114868"/>
            <a:ext cx="5926045" cy="4628265"/>
          </a:xfrm>
          <a:prstGeom prst="rect">
            <a:avLst/>
          </a:prstGeom>
        </p:spPr>
      </p:pic>
      <p:sp>
        <p:nvSpPr>
          <p:cNvPr id="216" name="Rectangle 215">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08"/>
                                        </p:tgtEl>
                                        <p:attrNameLst>
                                          <p:attrName>style.visibility</p:attrName>
                                        </p:attrNameLst>
                                      </p:cBhvr>
                                      <p:to>
                                        <p:strVal val="visible"/>
                                      </p:to>
                                    </p:set>
                                    <p:animEffect transition="in" filter="fade">
                                      <p:cBhvr>
                                        <p:cTn id="7" dur="7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6" name="Rectangle 215">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0"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5.1</a:t>
            </a:r>
          </a:p>
        </p:txBody>
      </p:sp>
      <p:sp>
        <p:nvSpPr>
          <p:cNvPr id="218" name="Rectangle 217">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1" name="Content Placeholder 4" descr="A screenshot of a computer"/>
          <p:cNvPicPr/>
          <p:nvPr/>
        </p:nvPicPr>
        <p:blipFill>
          <a:blip r:embed="rId2"/>
          <a:stretch/>
        </p:blipFill>
        <p:spPr>
          <a:xfrm>
            <a:off x="1137490" y="2135409"/>
            <a:ext cx="5926045" cy="2587182"/>
          </a:xfrm>
          <a:prstGeom prst="rect">
            <a:avLst/>
          </a:prstGeom>
        </p:spPr>
      </p:pic>
      <p:sp>
        <p:nvSpPr>
          <p:cNvPr id="220" name="Rectangle 219">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646200" y="452880"/>
            <a:ext cx="9403920" cy="1399680"/>
          </a:xfrm>
          <a:prstGeom prst="rect">
            <a:avLst/>
          </a:prstGeom>
          <a:noFill/>
          <a:ln w="0">
            <a:noFill/>
          </a:ln>
        </p:spPr>
        <p:txBody>
          <a:bodyPr lIns="91440" tIns="45720" rIns="91440" bIns="45720" anchor="t">
            <a:noAutofit/>
          </a:bodyPr>
          <a:lstStyle/>
          <a:p>
            <a:pPr indent="0" defTabSz="457200">
              <a:lnSpc>
                <a:spcPct val="100000"/>
              </a:lnSpc>
              <a:buNone/>
              <a:tabLst>
                <a:tab pos="0" algn="l"/>
              </a:tabLst>
            </a:pPr>
            <a:r>
              <a:rPr lang="en-GB" sz="4200" b="0" strike="noStrike" spc="-1">
                <a:solidFill>
                  <a:schemeClr val="dk2"/>
                </a:solidFill>
                <a:latin typeface="Century Gothic"/>
              </a:rPr>
              <a:t>5.2 screenshot 6</a:t>
            </a:r>
            <a:endParaRPr lang="en-ZA" sz="4200" b="0" strike="noStrike" spc="-1">
              <a:solidFill>
                <a:srgbClr val="FFFFFF"/>
              </a:solidFill>
              <a:latin typeface="Arial"/>
            </a:endParaRPr>
          </a:p>
        </p:txBody>
      </p:sp>
      <p:pic>
        <p:nvPicPr>
          <p:cNvPr id="213" name="Content Placeholder 7" descr="A screenshot of a computer&#10;&#10;AI-generated content may be incorrect."/>
          <p:cNvPicPr/>
          <p:nvPr/>
        </p:nvPicPr>
        <p:blipFill>
          <a:blip r:embed="rId2"/>
          <a:stretch/>
        </p:blipFill>
        <p:spPr>
          <a:xfrm>
            <a:off x="1866960" y="2381400"/>
            <a:ext cx="4068360" cy="3087000"/>
          </a:xfrm>
          <a:prstGeom prst="rect">
            <a:avLst/>
          </a:prstGeom>
          <a:ln w="0">
            <a:noFill/>
          </a:ln>
        </p:spPr>
      </p:pic>
      <p:sp>
        <p:nvSpPr>
          <p:cNvPr id="214" name="PlaceHolder 2"/>
          <p:cNvSpPr>
            <a:spLocks noGrp="1"/>
          </p:cNvSpPr>
          <p:nvPr>
            <p:ph/>
          </p:nvPr>
        </p:nvSpPr>
        <p:spPr>
          <a:xfrm>
            <a:off x="6256682" y="1778197"/>
            <a:ext cx="4836641" cy="4293406"/>
          </a:xfrm>
          <a:prstGeom prst="rect">
            <a:avLst/>
          </a:prstGeom>
          <a:noFill/>
          <a:ln w="0">
            <a:noFill/>
          </a:ln>
        </p:spPr>
        <p:txBody>
          <a:bodyPr lIns="91440" tIns="45720" rIns="91440" bIns="45720" anchor="t">
            <a:normAutofit fontScale="78611" lnSpcReduction="20000"/>
          </a:bodyPr>
          <a:lstStyle/>
          <a:p>
            <a:pPr marL="343080" indent="-343080" defTabSz="457200">
              <a:lnSpc>
                <a:spcPct val="100000"/>
              </a:lnSpc>
              <a:spcBef>
                <a:spcPts val="1001"/>
              </a:spcBef>
              <a:buClr>
                <a:srgbClr val="8AD0D6"/>
              </a:buClr>
              <a:buSzPct val="80000"/>
              <a:buFont typeface="Wingdings 3" charset="2"/>
              <a:buChar char=""/>
            </a:pPr>
            <a:r>
              <a:rPr lang="en-ZA" sz="1800" b="0" strike="noStrike" spc="-1" dirty="0">
                <a:solidFill>
                  <a:schemeClr val="dk1"/>
                </a:solidFill>
                <a:latin typeface="Century Gothic"/>
              </a:rPr>
              <a:t>SZ </a:t>
            </a:r>
            <a:r>
              <a:rPr lang="en-ZA" sz="1800" b="0" strike="noStrike" spc="-1" dirty="0" err="1">
                <a:solidFill>
                  <a:schemeClr val="dk1"/>
                </a:solidFill>
                <a:latin typeface="Century Gothic"/>
              </a:rPr>
              <a:t>PortScan</a:t>
            </a:r>
            <a:r>
              <a:rPr lang="en-ZA" sz="1800" b="0" strike="noStrike" spc="-1" dirty="0">
                <a:solidFill>
                  <a:schemeClr val="dk1"/>
                </a:solidFill>
                <a:latin typeface="Century Gothic"/>
              </a:rPr>
              <a:t> quickly locates all active devices on your network and ascertains the IP address and open services per network device.</a:t>
            </a:r>
            <a:br>
              <a:rPr sz="1800" dirty="0"/>
            </a:br>
            <a:br>
              <a:rPr sz="1800" dirty="0"/>
            </a:br>
            <a:r>
              <a:rPr lang="en-ZA" sz="1800" b="0" strike="noStrike" spc="-1" dirty="0">
                <a:solidFill>
                  <a:schemeClr val="dk1"/>
                </a:solidFill>
                <a:latin typeface="Century Gothic"/>
              </a:rPr>
              <a:t>Scan Ports</a:t>
            </a:r>
            <a:br>
              <a:rPr sz="1800" dirty="0"/>
            </a:br>
            <a:r>
              <a:rPr lang="en-ZA" sz="1800" b="0" strike="noStrike" spc="-1" dirty="0" err="1">
                <a:solidFill>
                  <a:schemeClr val="dk1"/>
                </a:solidFill>
                <a:latin typeface="Century Gothic"/>
              </a:rPr>
              <a:t>PortScan</a:t>
            </a:r>
            <a:r>
              <a:rPr lang="en-ZA" sz="1800" b="0" strike="noStrike" spc="-1" dirty="0">
                <a:solidFill>
                  <a:schemeClr val="dk1"/>
                </a:solidFill>
                <a:latin typeface="Century Gothic"/>
              </a:rPr>
              <a:t> shows all open ports and additional information like hostname, MAC address, HTTP, FTP, SMB, iSCSI, SMTP, and SNMP services. It uses up to 100 threads for scanning large IP address ranges.</a:t>
            </a:r>
            <a:br>
              <a:rPr sz="1800" dirty="0"/>
            </a:br>
            <a:br>
              <a:rPr sz="1800" dirty="0"/>
            </a:br>
            <a:r>
              <a:rPr lang="en-ZA" sz="1800" b="0" strike="noStrike" spc="-1" dirty="0">
                <a:solidFill>
                  <a:schemeClr val="dk1"/>
                </a:solidFill>
                <a:latin typeface="Century Gothic"/>
              </a:rPr>
              <a:t>Search Devices</a:t>
            </a:r>
            <a:br>
              <a:rPr sz="1800" dirty="0"/>
            </a:br>
            <a:r>
              <a:rPr lang="en-ZA" sz="1800" b="0" strike="noStrike" spc="-1" dirty="0">
                <a:solidFill>
                  <a:schemeClr val="dk1"/>
                </a:solidFill>
                <a:latin typeface="Century Gothic"/>
              </a:rPr>
              <a:t>Easily search for UPnP-enabled devices, </a:t>
            </a:r>
            <a:r>
              <a:rPr lang="en-ZA" sz="1800" b="0" strike="noStrike" spc="-1" dirty="0" err="1">
                <a:solidFill>
                  <a:schemeClr val="dk1"/>
                </a:solidFill>
                <a:latin typeface="Century Gothic"/>
              </a:rPr>
              <a:t>Netgear</a:t>
            </a:r>
            <a:r>
              <a:rPr lang="en-ZA" sz="1800" b="0" strike="noStrike" spc="-1" dirty="0">
                <a:solidFill>
                  <a:schemeClr val="dk1"/>
                </a:solidFill>
                <a:latin typeface="Century Gothic"/>
              </a:rPr>
              <a:t> routers, Samsung printers, </a:t>
            </a:r>
            <a:r>
              <a:rPr lang="en-ZA" sz="1800" b="0" strike="noStrike" spc="-1" dirty="0" err="1">
                <a:solidFill>
                  <a:schemeClr val="dk1"/>
                </a:solidFill>
                <a:latin typeface="Century Gothic"/>
              </a:rPr>
              <a:t>Freecom</a:t>
            </a:r>
            <a:r>
              <a:rPr lang="en-ZA" sz="1800" b="0" strike="noStrike" spc="-1" dirty="0">
                <a:solidFill>
                  <a:schemeClr val="dk1"/>
                </a:solidFill>
                <a:latin typeface="Century Gothic"/>
              </a:rPr>
              <a:t> network devices, and Bonjour services - making it easy to encounter them regardless of not knowing the specific IP address.</a:t>
            </a:r>
            <a:br>
              <a:rPr sz="1800" dirty="0"/>
            </a:br>
            <a:br>
              <a:rPr sz="1800" dirty="0"/>
            </a:br>
            <a:r>
              <a:rPr lang="en-ZA" sz="1800" b="0" strike="noStrike" spc="-1" dirty="0">
                <a:solidFill>
                  <a:schemeClr val="dk1"/>
                </a:solidFill>
                <a:latin typeface="Century Gothic"/>
              </a:rPr>
              <a:t>Ping Devices</a:t>
            </a:r>
            <a:br>
              <a:rPr sz="1800" dirty="0"/>
            </a:br>
            <a:r>
              <a:rPr lang="en-ZA" sz="1800" b="0" strike="noStrike" spc="-1" dirty="0">
                <a:solidFill>
                  <a:schemeClr val="dk1"/>
                </a:solidFill>
                <a:latin typeface="Century Gothic"/>
              </a:rPr>
              <a:t>Perform a Ping to any computer with three standard-sized packets, three different sizes, each for ten times, or continuously ping the computer</a:t>
            </a:r>
            <a:endParaRPr lang="en-ZA" sz="1800" b="0" strike="noStrike" spc="-1" dirty="0">
              <a:solidFill>
                <a:srgbClr val="FFFFFF"/>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646200" y="452880"/>
            <a:ext cx="9403920" cy="1399680"/>
          </a:xfrm>
          <a:prstGeom prst="rect">
            <a:avLst/>
          </a:prstGeom>
          <a:noFill/>
          <a:ln w="0">
            <a:noFill/>
          </a:ln>
        </p:spPr>
        <p:txBody>
          <a:bodyPr lIns="91440" tIns="45720" rIns="91440" bIns="45720" anchor="t">
            <a:noAutofit/>
          </a:bodyPr>
          <a:lstStyle/>
          <a:p>
            <a:pPr indent="0" defTabSz="457200">
              <a:lnSpc>
                <a:spcPct val="100000"/>
              </a:lnSpc>
              <a:buNone/>
              <a:tabLst>
                <a:tab pos="0" algn="l"/>
              </a:tabLst>
            </a:pPr>
            <a:r>
              <a:rPr lang="en-GB" sz="4200" b="0" strike="noStrike" spc="-1">
                <a:solidFill>
                  <a:schemeClr val="dk2"/>
                </a:solidFill>
                <a:latin typeface="Century Gothic"/>
              </a:rPr>
              <a:t>Screenshot 6</a:t>
            </a:r>
            <a:endParaRPr lang="en-ZA" sz="4200" b="0" strike="noStrike" spc="-1">
              <a:solidFill>
                <a:srgbClr val="FFFFFF"/>
              </a:solidFill>
              <a:latin typeface="Arial"/>
            </a:endParaRPr>
          </a:p>
        </p:txBody>
      </p:sp>
      <p:pic>
        <p:nvPicPr>
          <p:cNvPr id="216" name="Content Placeholder 7" descr="A screen shot of a computer"/>
          <p:cNvPicPr/>
          <p:nvPr/>
        </p:nvPicPr>
        <p:blipFill>
          <a:blip r:embed="rId2"/>
          <a:stretch/>
        </p:blipFill>
        <p:spPr>
          <a:xfrm>
            <a:off x="792360" y="2145960"/>
            <a:ext cx="5142600" cy="3104640"/>
          </a:xfrm>
          <a:prstGeom prst="rect">
            <a:avLst/>
          </a:prstGeom>
          <a:ln w="0">
            <a:noFill/>
          </a:ln>
        </p:spPr>
      </p:pic>
      <p:sp>
        <p:nvSpPr>
          <p:cNvPr id="217" name="PlaceHolder 2"/>
          <p:cNvSpPr>
            <a:spLocks noGrp="1"/>
          </p:cNvSpPr>
          <p:nvPr>
            <p:ph/>
          </p:nvPr>
        </p:nvSpPr>
        <p:spPr>
          <a:xfrm>
            <a:off x="6256080" y="1731960"/>
            <a:ext cx="4488120" cy="3726360"/>
          </a:xfrm>
          <a:prstGeom prst="rect">
            <a:avLst/>
          </a:prstGeom>
          <a:noFill/>
          <a:ln w="0">
            <a:noFill/>
          </a:ln>
        </p:spPr>
        <p:txBody>
          <a:bodyPr lIns="91440" tIns="45720" rIns="91440" bIns="45720" anchor="t">
            <a:normAutofit fontScale="82500" lnSpcReduction="20000"/>
          </a:bodyPr>
          <a:lstStyle/>
          <a:p>
            <a:pPr marL="343080" indent="-343080" defTabSz="457200">
              <a:lnSpc>
                <a:spcPct val="100000"/>
              </a:lnSpc>
              <a:spcBef>
                <a:spcPts val="1001"/>
              </a:spcBef>
              <a:buClr>
                <a:srgbClr val="8AD0D6"/>
              </a:buClr>
              <a:buSzPct val="80000"/>
              <a:buFont typeface="Wingdings 3" charset="2"/>
              <a:buChar char=""/>
            </a:pPr>
            <a:r>
              <a:rPr lang="en-ZA" sz="1800" b="1" strike="noStrike" spc="-1">
                <a:solidFill>
                  <a:schemeClr val="dk1"/>
                </a:solidFill>
                <a:latin typeface="Century Gothic"/>
              </a:rPr>
              <a:t>LANalyze </a:t>
            </a:r>
            <a:endParaRPr lang="en-ZA" sz="1800" b="0" strike="noStrike" spc="-1">
              <a:solidFill>
                <a:srgbClr val="FFFFFF"/>
              </a:solidFill>
              <a:latin typeface="Arial"/>
            </a:endParaRPr>
          </a:p>
          <a:p>
            <a:pPr marL="343080" indent="-343080" defTabSz="457200">
              <a:lnSpc>
                <a:spcPct val="100000"/>
              </a:lnSpc>
              <a:spcBef>
                <a:spcPts val="1001"/>
              </a:spcBef>
              <a:buClr>
                <a:srgbClr val="8AD0D6"/>
              </a:buClr>
              <a:buSzPct val="80000"/>
              <a:buFont typeface="Wingdings 3" charset="2"/>
              <a:buChar char=""/>
            </a:pPr>
            <a:r>
              <a:rPr lang="en-ZA" sz="1800" b="0" strike="noStrike" spc="-1">
                <a:solidFill>
                  <a:schemeClr val="dk1"/>
                </a:solidFill>
                <a:latin typeface="Century Gothic"/>
              </a:rPr>
              <a:t>LANalyze (formerly MapPing) is a Command Line tool that takes up less than 650 KB of storage space and does not alter the registry. This makes it convenient to utilize directly from a USB flash drive. With LANalyze, you have the option to save your results in a TXT or CSV file, or even both.</a:t>
            </a:r>
            <a:br>
              <a:rPr sz="1800"/>
            </a:br>
            <a:br>
              <a:rPr sz="1800"/>
            </a:br>
            <a:r>
              <a:rPr lang="en-ZA" sz="1800" b="0" strike="noStrike" spc="-1">
                <a:solidFill>
                  <a:schemeClr val="dk1"/>
                </a:solidFill>
                <a:latin typeface="Century Gothic"/>
              </a:rPr>
              <a:t>It's worth noting that LANalyze is optimized for analyzing wired local area networks (LANs), which is similar to other programs. However, when used with wireless LANs or hybrid networks, the results may vary due to various factors, such as the availability of repeaters, the quality of devices used, the distance from the router, and the strength of the wireless signal.</a:t>
            </a:r>
            <a:endParaRPr lang="en-ZA" sz="1800" b="0" strike="noStrike" spc="-1">
              <a:solidFill>
                <a:srgbClr val="FFFFFF"/>
              </a:solidFill>
              <a:latin typeface="Arial"/>
            </a:endParaRPr>
          </a:p>
          <a:p>
            <a:pPr indent="0" defTabSz="457200">
              <a:lnSpc>
                <a:spcPct val="100000"/>
              </a:lnSpc>
              <a:spcBef>
                <a:spcPts val="1001"/>
              </a:spcBef>
              <a:buNone/>
              <a:tabLst>
                <a:tab pos="0" algn="l"/>
              </a:tabLst>
            </a:pPr>
            <a:endParaRPr lang="en-ZA" sz="1400" b="0" strike="noStrike" spc="-1">
              <a:solidFill>
                <a:srgbClr val="FFFFFF"/>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18" name="PlaceHolder 1"/>
          <p:cNvSpPr>
            <a:spLocks noGrp="1"/>
          </p:cNvSpPr>
          <p:nvPr>
            <p:ph type="title"/>
          </p:nvPr>
        </p:nvSpPr>
        <p:spPr>
          <a:xfrm>
            <a:off x="913794" y="4819137"/>
            <a:ext cx="10353761" cy="940354"/>
          </a:xfrm>
          <a:prstGeom prst="rect">
            <a:avLst/>
          </a:prstGeom>
        </p:spPr>
        <p:txBody>
          <a:bodyPr vert="horz" lIns="91440" tIns="45720" rIns="91440" bIns="45720" rtlCol="0" anchor="b">
            <a:normAutofit/>
          </a:bodyPr>
          <a:lstStyle/>
          <a:p>
            <a:pPr indent="0">
              <a:tabLst>
                <a:tab pos="0" algn="l"/>
              </a:tabLst>
            </a:pPr>
            <a:r>
              <a:rPr lang="en-US" sz="3600" strike="noStrike" spc="-1"/>
              <a:t>6. Screenshot 7</a:t>
            </a:r>
          </a:p>
        </p:txBody>
      </p:sp>
      <p:pic>
        <p:nvPicPr>
          <p:cNvPr id="219" name="Content Placeholder 4" descr="A screenshot of a computer"/>
          <p:cNvPicPr/>
          <p:nvPr/>
        </p:nvPicPr>
        <p:blipFill>
          <a:blip r:embed="rId3"/>
          <a:stretch/>
        </p:blipFill>
        <p:spPr>
          <a:xfrm>
            <a:off x="2471056" y="643466"/>
            <a:ext cx="7241537" cy="392853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20"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lgn="l">
              <a:tabLst>
                <a:tab pos="0" algn="l"/>
              </a:tabLst>
            </a:pPr>
            <a:r>
              <a:rPr lang="en-US" sz="3700" strike="noStrike" spc="-1"/>
              <a:t>7. emalabserv</a:t>
            </a:r>
          </a:p>
        </p:txBody>
      </p:sp>
      <p:sp>
        <p:nvSpPr>
          <p:cNvPr id="226" name="Rectangle 225">
            <a:extLst>
              <a:ext uri="{FF2B5EF4-FFF2-40B4-BE49-F238E27FC236}">
                <a16:creationId xmlns:a16="http://schemas.microsoft.com/office/drawing/2014/main" id="{5BC51F77-AE74-4F38-B1DC-29475E38CA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1" name="Content Placeholder 4"/>
          <p:cNvPicPr/>
          <p:nvPr/>
        </p:nvPicPr>
        <p:blipFill>
          <a:blip r:embed="rId3"/>
          <a:srcRect r="4289" b="-1"/>
          <a:stretch>
            <a:fillRect/>
          </a:stretch>
        </p:blipFill>
        <p:spPr>
          <a:xfrm>
            <a:off x="1137490" y="1114868"/>
            <a:ext cx="5926045" cy="4628265"/>
          </a:xfrm>
          <a:prstGeom prst="rect">
            <a:avLst/>
          </a:prstGeom>
        </p:spPr>
      </p:pic>
      <p:sp>
        <p:nvSpPr>
          <p:cNvPr id="228" name="Rectangle 227">
            <a:extLst>
              <a:ext uri="{FF2B5EF4-FFF2-40B4-BE49-F238E27FC236}">
                <a16:creationId xmlns:a16="http://schemas.microsoft.com/office/drawing/2014/main" id="{FCE87B8C-E5AA-4044-AB91-DDA3084B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20"/>
                                        </p:tgtEl>
                                        <p:attrNameLst>
                                          <p:attrName>style.visibility</p:attrName>
                                        </p:attrNameLst>
                                      </p:cBhvr>
                                      <p:to>
                                        <p:strVal val="visible"/>
                                      </p:to>
                                    </p:set>
                                    <p:animEffect transition="in" filter="fade">
                                      <p:cBhvr>
                                        <p:cTn id="7" dur="7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8" name="Rectangle 227">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2"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2.</a:t>
            </a:r>
          </a:p>
        </p:txBody>
      </p:sp>
      <p:sp>
        <p:nvSpPr>
          <p:cNvPr id="230" name="Rectangle 229">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3" name="Content Placeholder 4"/>
          <p:cNvPicPr/>
          <p:nvPr/>
        </p:nvPicPr>
        <p:blipFill>
          <a:blip r:embed="rId2"/>
          <a:stretch/>
        </p:blipFill>
        <p:spPr>
          <a:xfrm>
            <a:off x="1137490" y="1991935"/>
            <a:ext cx="5926045" cy="2874131"/>
          </a:xfrm>
          <a:prstGeom prst="rect">
            <a:avLst/>
          </a:prstGeom>
        </p:spPr>
      </p:pic>
      <p:sp>
        <p:nvSpPr>
          <p:cNvPr id="232" name="Rectangle 231">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 name="Rectangle 234">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4"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3</a:t>
            </a:r>
          </a:p>
        </p:txBody>
      </p:sp>
      <p:sp>
        <p:nvSpPr>
          <p:cNvPr id="236" name="Rectangle 235">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5" name="Content Placeholder 3"/>
          <p:cNvPicPr/>
          <p:nvPr/>
        </p:nvPicPr>
        <p:blipFill>
          <a:blip r:embed="rId2"/>
          <a:stretch/>
        </p:blipFill>
        <p:spPr>
          <a:xfrm>
            <a:off x="1137490" y="1791930"/>
            <a:ext cx="5926045" cy="3274140"/>
          </a:xfrm>
          <a:prstGeom prst="rect">
            <a:avLst/>
          </a:prstGeom>
        </p:spPr>
      </p:pic>
      <p:sp>
        <p:nvSpPr>
          <p:cNvPr id="234" name="Rectangle 233">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 name="Rectangle 231">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6"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4</a:t>
            </a:r>
          </a:p>
        </p:txBody>
      </p:sp>
      <p:sp>
        <p:nvSpPr>
          <p:cNvPr id="234" name="Rectangle 233">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7" name="Content Placeholder 3"/>
          <p:cNvPicPr/>
          <p:nvPr/>
        </p:nvPicPr>
        <p:blipFill>
          <a:blip r:embed="rId2"/>
          <a:stretch/>
        </p:blipFill>
        <p:spPr>
          <a:xfrm>
            <a:off x="1137490" y="1925267"/>
            <a:ext cx="5926045" cy="3007467"/>
          </a:xfrm>
          <a:prstGeom prst="rect">
            <a:avLst/>
          </a:prstGeom>
        </p:spPr>
      </p:pic>
      <p:sp>
        <p:nvSpPr>
          <p:cNvPr id="236" name="Rectangle 235">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4" name="Rectangle 233">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8"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5</a:t>
            </a:r>
          </a:p>
        </p:txBody>
      </p:sp>
      <p:sp>
        <p:nvSpPr>
          <p:cNvPr id="236" name="Rectangle 235">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9" name="Content Placeholder 3"/>
          <p:cNvPicPr/>
          <p:nvPr/>
        </p:nvPicPr>
        <p:blipFill>
          <a:blip r:embed="rId2"/>
          <a:stretch/>
        </p:blipFill>
        <p:spPr>
          <a:xfrm>
            <a:off x="1137490" y="1703040"/>
            <a:ext cx="5926045" cy="3451921"/>
          </a:xfrm>
          <a:prstGeom prst="rect">
            <a:avLst/>
          </a:prstGeom>
        </p:spPr>
      </p:pic>
      <p:sp>
        <p:nvSpPr>
          <p:cNvPr id="238" name="Rectangle 237">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6" name="Rectangle 235">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30"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6</a:t>
            </a:r>
          </a:p>
        </p:txBody>
      </p:sp>
      <p:sp>
        <p:nvSpPr>
          <p:cNvPr id="238" name="Rectangle 237">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1" name="Content Placeholder 3"/>
          <p:cNvPicPr/>
          <p:nvPr/>
        </p:nvPicPr>
        <p:blipFill>
          <a:blip r:embed="rId2"/>
          <a:stretch/>
        </p:blipFill>
        <p:spPr>
          <a:xfrm>
            <a:off x="1137490" y="1695632"/>
            <a:ext cx="5926045" cy="3466737"/>
          </a:xfrm>
          <a:prstGeom prst="rect">
            <a:avLst/>
          </a:prstGeom>
        </p:spPr>
      </p:pic>
      <p:sp>
        <p:nvSpPr>
          <p:cNvPr id="240" name="Rectangle 239">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 name="Rectangle 237">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32"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7</a:t>
            </a:r>
          </a:p>
        </p:txBody>
      </p:sp>
      <p:sp>
        <p:nvSpPr>
          <p:cNvPr id="240" name="Rectangle 239">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3" name="Content Placeholder 3"/>
          <p:cNvPicPr/>
          <p:nvPr/>
        </p:nvPicPr>
        <p:blipFill>
          <a:blip r:embed="rId2"/>
          <a:stretch/>
        </p:blipFill>
        <p:spPr>
          <a:xfrm>
            <a:off x="1137490" y="1606742"/>
            <a:ext cx="5926045" cy="3644516"/>
          </a:xfrm>
          <a:prstGeom prst="rect">
            <a:avLst/>
          </a:prstGeom>
        </p:spPr>
      </p:pic>
      <p:sp>
        <p:nvSpPr>
          <p:cNvPr id="242" name="Rectangle 241">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 name="Rectangle 239">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34"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8</a:t>
            </a:r>
          </a:p>
        </p:txBody>
      </p:sp>
      <p:sp>
        <p:nvSpPr>
          <p:cNvPr id="242" name="Rectangle 241">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 name="Content Placeholder 3"/>
          <p:cNvPicPr/>
          <p:nvPr/>
        </p:nvPicPr>
        <p:blipFill>
          <a:blip r:embed="rId2"/>
          <a:stretch/>
        </p:blipFill>
        <p:spPr>
          <a:xfrm>
            <a:off x="1137490" y="1591926"/>
            <a:ext cx="5926045" cy="3674148"/>
          </a:xfrm>
          <a:prstGeom prst="rect">
            <a:avLst/>
          </a:prstGeom>
        </p:spPr>
      </p:pic>
      <p:sp>
        <p:nvSpPr>
          <p:cNvPr id="244" name="Rectangle 243">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2" name="Rectangle 241">
            <a:extLst>
              <a:ext uri="{FF2B5EF4-FFF2-40B4-BE49-F238E27FC236}">
                <a16:creationId xmlns:a16="http://schemas.microsoft.com/office/drawing/2014/main" id="{5C821777-3A3B-437E-B5C1-FBC7B0F48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36" name="PlaceHolder 1"/>
          <p:cNvSpPr>
            <a:spLocks noGrp="1"/>
          </p:cNvSpPr>
          <p:nvPr>
            <p:ph type="title"/>
          </p:nvPr>
        </p:nvSpPr>
        <p:spPr>
          <a:xfrm>
            <a:off x="7872575" y="628651"/>
            <a:ext cx="3643150" cy="3495674"/>
          </a:xfrm>
          <a:prstGeom prst="rect">
            <a:avLst/>
          </a:prstGeom>
        </p:spPr>
        <p:txBody>
          <a:bodyPr vert="horz" lIns="91440" tIns="45720" rIns="91440" bIns="45720" rtlCol="0" anchor="b">
            <a:normAutofit/>
          </a:bodyPr>
          <a:lstStyle/>
          <a:p>
            <a:pPr indent="0">
              <a:tabLst>
                <a:tab pos="0" algn="l"/>
              </a:tabLst>
            </a:pPr>
            <a:r>
              <a:rPr lang="en-US" sz="4000" strike="noStrike" spc="-1">
                <a:solidFill>
                  <a:srgbClr val="FFFFFF"/>
                </a:solidFill>
              </a:rPr>
              <a:t>9</a:t>
            </a:r>
          </a:p>
        </p:txBody>
      </p:sp>
      <p:sp>
        <p:nvSpPr>
          <p:cNvPr id="244" name="Rectangle 243">
            <a:extLst>
              <a:ext uri="{FF2B5EF4-FFF2-40B4-BE49-F238E27FC236}">
                <a16:creationId xmlns:a16="http://schemas.microsoft.com/office/drawing/2014/main" id="{A31AD40C-CE73-4162-8681-421B8AF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6696075" cy="5391150"/>
          </a:xfrm>
          <a:prstGeom prst="rect">
            <a:avLst/>
          </a:prstGeom>
          <a:solidFill>
            <a:schemeClr val="bg1"/>
          </a:solidFill>
          <a:ln w="190500" cap="sq">
            <a:solidFill>
              <a:schemeClr val="bg1"/>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7" name="Content Placeholder 3"/>
          <p:cNvPicPr/>
          <p:nvPr/>
        </p:nvPicPr>
        <p:blipFill>
          <a:blip r:embed="rId2"/>
          <a:stretch/>
        </p:blipFill>
        <p:spPr>
          <a:xfrm>
            <a:off x="1137490" y="2058603"/>
            <a:ext cx="5926045" cy="2740795"/>
          </a:xfrm>
          <a:prstGeom prst="rect">
            <a:avLst/>
          </a:prstGeom>
        </p:spPr>
      </p:pic>
      <p:sp>
        <p:nvSpPr>
          <p:cNvPr id="246" name="Rectangle 245">
            <a:extLst>
              <a:ext uri="{FF2B5EF4-FFF2-40B4-BE49-F238E27FC236}">
                <a16:creationId xmlns:a16="http://schemas.microsoft.com/office/drawing/2014/main" id="{707A3B9D-B1BA-4989-A535-1A6D8D402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654" y="799817"/>
            <a:ext cx="6565717" cy="5258367"/>
          </a:xfrm>
          <a:prstGeom prst="rect">
            <a:avLst/>
          </a:prstGeom>
          <a:noFill/>
          <a:ln w="12700">
            <a:solidFill>
              <a:srgbClr val="2A5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38" name="PlaceHolder 1"/>
          <p:cNvSpPr>
            <a:spLocks noGrp="1"/>
          </p:cNvSpPr>
          <p:nvPr>
            <p:ph type="title"/>
          </p:nvPr>
        </p:nvSpPr>
        <p:spPr>
          <a:xfrm>
            <a:off x="6435091" y="628651"/>
            <a:ext cx="5080634" cy="3495674"/>
          </a:xfrm>
          <a:prstGeom prst="rect">
            <a:avLst/>
          </a:prstGeom>
        </p:spPr>
        <p:txBody>
          <a:bodyPr vert="horz" lIns="91440" tIns="45720" rIns="91440" bIns="45720" rtlCol="0" anchor="b">
            <a:normAutofit/>
          </a:bodyPr>
          <a:lstStyle/>
          <a:p>
            <a:pPr indent="0">
              <a:tabLst>
                <a:tab pos="0" algn="l"/>
              </a:tabLst>
            </a:pPr>
            <a:r>
              <a:rPr lang="en-US" sz="4800" strike="noStrike" spc="-1" dirty="0"/>
              <a:t>7.2 End</a:t>
            </a:r>
          </a:p>
        </p:txBody>
      </p:sp>
      <p:sp>
        <p:nvSpPr>
          <p:cNvPr id="250" name="Rectangle 249">
            <a:extLst>
              <a:ext uri="{FF2B5EF4-FFF2-40B4-BE49-F238E27FC236}">
                <a16:creationId xmlns:a16="http://schemas.microsoft.com/office/drawing/2014/main" id="{FECED217-AD9C-44C3-A97B-89CC1C1EAC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475" y="733425"/>
            <a:ext cx="5229225" cy="539115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1" name="Picture 240" descr="An abstract blue pattern with numbers">
            <a:extLst>
              <a:ext uri="{FF2B5EF4-FFF2-40B4-BE49-F238E27FC236}">
                <a16:creationId xmlns:a16="http://schemas.microsoft.com/office/drawing/2014/main" id="{19D62ED0-9427-1FB1-E023-450B7B806900}"/>
              </a:ext>
            </a:extLst>
          </p:cNvPr>
          <p:cNvPicPr>
            <a:picLocks noChangeAspect="1"/>
          </p:cNvPicPr>
          <p:nvPr/>
        </p:nvPicPr>
        <p:blipFill>
          <a:blip r:embed="rId3"/>
          <a:srcRect l="13940" r="13943" b="3"/>
          <a:stretch>
            <a:fillRect/>
          </a:stretch>
        </p:blipFill>
        <p:spPr>
          <a:xfrm>
            <a:off x="1141857" y="1114868"/>
            <a:ext cx="4450460" cy="4628265"/>
          </a:xfrm>
          <a:prstGeom prst="rect">
            <a:avLst/>
          </a:prstGeom>
        </p:spPr>
      </p:pic>
      <p:sp>
        <p:nvSpPr>
          <p:cNvPr id="252" name="Rectangle 251">
            <a:extLst>
              <a:ext uri="{FF2B5EF4-FFF2-40B4-BE49-F238E27FC236}">
                <a16:creationId xmlns:a16="http://schemas.microsoft.com/office/drawing/2014/main" id="{D814B507-F826-4EC9-A06A-2F13DFD71F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496" y="799817"/>
            <a:ext cx="5109182" cy="5258367"/>
          </a:xfrm>
          <a:prstGeom prst="rect">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1" Type="http://schemas.openxmlformats.org/officeDocument/2006/relationships/image" Target="../media/image1.jpeg"/></Relationships>
</file>

<file path=ppt/theme/_rels/theme10.xml.rels><?xml version="1.0" encoding="UTF-8" standalone="yes"?>
<Relationships xmlns="http://schemas.openxmlformats.org/package/2006/relationships"><Relationship Id="rId1" Type="http://schemas.openxmlformats.org/officeDocument/2006/relationships/image" Target="../media/image1.jpeg"/></Relationships>
</file>

<file path=ppt/theme/_rels/theme11.xml.rels><?xml version="1.0" encoding="UTF-8" standalone="yes"?>
<Relationships xmlns="http://schemas.openxmlformats.org/package/2006/relationships"><Relationship Id="rId1" Type="http://schemas.openxmlformats.org/officeDocument/2006/relationships/image" Target="../media/image1.jpeg"/></Relationships>
</file>

<file path=ppt/theme/_rels/theme12.xml.rels><?xml version="1.0" encoding="UTF-8" standalone="yes"?>
<Relationships xmlns="http://schemas.openxmlformats.org/package/2006/relationships"><Relationship Id="rId1" Type="http://schemas.openxmlformats.org/officeDocument/2006/relationships/image" Target="../media/image1.jpeg"/></Relationships>
</file>

<file path=ppt/theme/_rels/theme13.xml.rels><?xml version="1.0" encoding="UTF-8" standalone="yes"?>
<Relationships xmlns="http://schemas.openxmlformats.org/package/2006/relationships"><Relationship Id="rId1" Type="http://schemas.openxmlformats.org/officeDocument/2006/relationships/image" Target="../media/image1.jpeg"/></Relationships>
</file>

<file path=ppt/theme/_rels/theme14.xml.rels><?xml version="1.0" encoding="UTF-8" standalone="yes"?>
<Relationships xmlns="http://schemas.openxmlformats.org/package/2006/relationships"><Relationship Id="rId1" Type="http://schemas.openxmlformats.org/officeDocument/2006/relationships/image" Target="../media/image1.jpeg"/></Relationships>
</file>

<file path=ppt/theme/_rels/theme15.xml.rels><?xml version="1.0" encoding="UTF-8" standalone="yes"?>
<Relationships xmlns="http://schemas.openxmlformats.org/package/2006/relationships"><Relationship Id="rId1" Type="http://schemas.openxmlformats.org/officeDocument/2006/relationships/image" Target="../media/image7.jpeg"/></Relationships>
</file>

<file path=ppt/theme/_rels/theme16.xml.rels><?xml version="1.0" encoding="UTF-8" standalone="yes"?>
<Relationships xmlns="http://schemas.openxmlformats.org/package/2006/relationships"><Relationship Id="rId1" Type="http://schemas.openxmlformats.org/officeDocument/2006/relationships/image" Target="../media/image7.jpeg"/></Relationships>
</file>

<file path=ppt/theme/_rels/theme17.xml.rels><?xml version="1.0" encoding="UTF-8" standalone="yes"?>
<Relationships xmlns="http://schemas.openxmlformats.org/package/2006/relationships"><Relationship Id="rId1" Type="http://schemas.openxmlformats.org/officeDocument/2006/relationships/image" Target="../media/image7.jpeg"/></Relationships>
</file>

<file path=ppt/theme/theme1.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2.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3.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4.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5.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6.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7.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8.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9.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10.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11.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12.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13.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14.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majorFont>
      <a:minorFont>
        <a:latin typeface="Century Gothic" panose="020B0502020202020204"/>
        <a:ea typeface=""/>
        <a:cs typeface=""/>
      </a:minorFont>
    </a:fontScheme>
    <a:fmtScheme>
      <a:fillStyleLst>
        <a:solidFill>
          <a:schemeClr val="phClr"/>
        </a:solidFill>
        <a:gradFill>
          <a:gsLst>
            <a:gs pos="0">
              <a:schemeClr val="phClr">
                <a:tint val="64000"/>
                <a:lumMod val="118000"/>
              </a:schemeClr>
            </a:gs>
            <a:gs pos="100000">
              <a:schemeClr val="phClr">
                <a:tint val="92000"/>
                <a:lumMod val="110000"/>
              </a:schemeClr>
            </a:gs>
          </a:gsLst>
          <a:lin ang="5400000" scaled="0"/>
          <a:tileRect/>
        </a:gradFill>
        <a:gradFill>
          <a:gsLst>
            <a:gs pos="0">
              <a:schemeClr val="phClr">
                <a:tint val="98000"/>
                <a:lumMod val="114000"/>
              </a:schemeClr>
            </a:gs>
            <a:gs pos="100000">
              <a:schemeClr val="phClr">
                <a:shade val="90000"/>
                <a:lumMod val="84000"/>
              </a:schemeClr>
            </a:gs>
          </a:gsLst>
          <a:lin ang="5400000" scaled="0"/>
          <a:tileRect/>
        </a:gradFill>
      </a:fillStyleLst>
      <a:lnStyleLst>
        <a:ln w="9525" cap="rnd" cmpd="sng" algn="ctr">
          <a:prstDash val="solid"/>
        </a:ln>
        <a:ln w="19050" cap="rnd" cmpd="sng" algn="ctr">
          <a:prstDash val="solid"/>
        </a:ln>
        <a:ln w="2857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7000"/>
                <a:lumMod val="124000"/>
              </a:schemeClr>
            </a:gs>
            <a:gs pos="100000">
              <a:schemeClr val="phClr">
                <a:tint val="96000"/>
                <a:shade val="88000"/>
                <a:lumMod val="76000"/>
              </a:schemeClr>
            </a:gs>
          </a:gsLst>
          <a:path path="circle">
            <a:fillToRect l="45000" t="65000" r="125000" b="100000"/>
          </a:path>
          <a:tileRect/>
        </a:gradFill>
        <a:blipFill rotWithShape="1">
          <a:blip xmlns:r="http://schemas.openxmlformats.org/officeDocument/2006/relationships" r:embed="rId1"/>
          <a:srcRect/>
          <a:stretch>
            <a:fillRect/>
          </a:stretch>
        </a:blipFill>
      </a:bgFillStyleLst>
    </a:fmtScheme>
  </a:themeElements>
  <a:objectDefaults/>
  <a:extraClrSchemeLst/>
</a:theme>
</file>

<file path=ppt/theme/theme15.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16.xml><?xml version="1.0" encoding="utf-8"?>
<a:theme xmlns:a="http://schemas.openxmlformats.org/drawingml/2006/main" name="1_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17.xml><?xml version="1.0" encoding="utf-8"?>
<a:theme xmlns:a="http://schemas.openxmlformats.org/drawingml/2006/main" name="2_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Ion</Template>
  <TotalTime>2193</TotalTime>
  <Words>507</Words>
  <Application>Microsoft Office PowerPoint</Application>
  <PresentationFormat>Widescreen</PresentationFormat>
  <Paragraphs>40</Paragraphs>
  <Slides>30</Slides>
  <Notes>0</Notes>
  <HiddenSlides>0</HiddenSlides>
  <MMClips>0</MMClips>
  <ScaleCrop>false</ScaleCrop>
  <HeadingPairs>
    <vt:vector size="6" baseType="variant">
      <vt:variant>
        <vt:lpstr>Fonts Used</vt:lpstr>
      </vt:variant>
      <vt:variant>
        <vt:i4>8</vt:i4>
      </vt:variant>
      <vt:variant>
        <vt:lpstr>Theme</vt:lpstr>
      </vt:variant>
      <vt:variant>
        <vt:i4>17</vt:i4>
      </vt:variant>
      <vt:variant>
        <vt:lpstr>Slide Titles</vt:lpstr>
      </vt:variant>
      <vt:variant>
        <vt:i4>30</vt:i4>
      </vt:variant>
    </vt:vector>
  </HeadingPairs>
  <TitlesOfParts>
    <vt:vector size="55" baseType="lpstr">
      <vt:lpstr>Arial</vt:lpstr>
      <vt:lpstr>Bookman Old Style</vt:lpstr>
      <vt:lpstr>Century Gothic</vt:lpstr>
      <vt:lpstr>Rockwell</vt:lpstr>
      <vt:lpstr>Symbol</vt:lpstr>
      <vt:lpstr>Times New Roman</vt:lpstr>
      <vt:lpstr>Wingdings</vt:lpstr>
      <vt:lpstr>Wingdings 3</vt:lpstr>
      <vt:lpstr>Ion</vt:lpstr>
      <vt:lpstr>Ion</vt:lpstr>
      <vt:lpstr>Ion</vt:lpstr>
      <vt:lpstr>Ion</vt:lpstr>
      <vt:lpstr>Ion</vt:lpstr>
      <vt:lpstr>Ion</vt:lpstr>
      <vt:lpstr>Ion</vt:lpstr>
      <vt:lpstr>Ion</vt:lpstr>
      <vt:lpstr>Ion</vt:lpstr>
      <vt:lpstr>Ion</vt:lpstr>
      <vt:lpstr>Ion</vt:lpstr>
      <vt:lpstr>Ion</vt:lpstr>
      <vt:lpstr>Ion</vt:lpstr>
      <vt:lpstr>Ion</vt:lpstr>
      <vt:lpstr>Damask</vt:lpstr>
      <vt:lpstr>1_Damask</vt:lpstr>
      <vt:lpstr>2_Damask</vt:lpstr>
      <vt:lpstr>EXPANDABLES</vt:lpstr>
      <vt:lpstr>Expandable</vt:lpstr>
      <vt:lpstr>Q1:SCREENSHOT 1 </vt:lpstr>
      <vt:lpstr>SCREENSHOT 2</vt:lpstr>
      <vt:lpstr>Q2:Tool One-netdiscover</vt:lpstr>
      <vt:lpstr>Tool One:list of commans</vt:lpstr>
      <vt:lpstr>Q2:Tool Two-openssl</vt:lpstr>
      <vt:lpstr>Cont-d</vt:lpstr>
      <vt:lpstr>PowerPoint Presentation</vt:lpstr>
      <vt:lpstr>Tool Descriptions</vt:lpstr>
      <vt:lpstr>3. VENTOY TOOL 3.1 3a</vt:lpstr>
      <vt:lpstr>3b</vt:lpstr>
      <vt:lpstr>3.2 4a</vt:lpstr>
      <vt:lpstr>4b</vt:lpstr>
      <vt:lpstr>4. fing app 4.1</vt:lpstr>
      <vt:lpstr>4.2</vt:lpstr>
      <vt:lpstr>5.1</vt:lpstr>
      <vt:lpstr>5.2 screenshot 6</vt:lpstr>
      <vt:lpstr>Screenshot 6</vt:lpstr>
      <vt:lpstr>6. Screenshot 7</vt:lpstr>
      <vt:lpstr>7. emalabserv</vt:lpstr>
      <vt:lpstr>2.</vt:lpstr>
      <vt:lpstr>3</vt:lpstr>
      <vt:lpstr>4</vt:lpstr>
      <vt:lpstr>5</vt:lpstr>
      <vt:lpstr>6</vt:lpstr>
      <vt:lpstr>7</vt:lpstr>
      <vt:lpstr>8</vt:lpstr>
      <vt:lpstr>9</vt:lpstr>
      <vt:lpstr>7.2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EXPANDABLES</dc:title>
  <dc:subject/>
  <dc:creator>M Chauke</dc:creator>
  <dc:description/>
  <cp:lastModifiedBy>M Chauke</cp:lastModifiedBy>
  <cp:revision>11</cp:revision>
  <dcterms:created xsi:type="dcterms:W3CDTF">2025-09-22T18:38:43Z</dcterms:created>
  <dcterms:modified xsi:type="dcterms:W3CDTF">2026-05-28T00:12:22Z</dcterms:modified>
  <dc:language>en-ZA</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28</vt:i4>
  </property>
</Properties>
</file>